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 /><Relationship Id="rId13" Type="http://schemas.openxmlformats.org/officeDocument/2006/relationships/image" Target="../media/image16.png" /><Relationship Id="rId3" Type="http://schemas.openxmlformats.org/officeDocument/2006/relationships/image" Target="../media/image6.png" /><Relationship Id="rId7" Type="http://schemas.openxmlformats.org/officeDocument/2006/relationships/image" Target="../media/image10.png" /><Relationship Id="rId12" Type="http://schemas.openxmlformats.org/officeDocument/2006/relationships/image" Target="../media/image15.png" /><Relationship Id="rId2" Type="http://schemas.openxmlformats.org/officeDocument/2006/relationships/image" Target="../media/image5.png" /><Relationship Id="rId1" Type="http://schemas.openxmlformats.org/officeDocument/2006/relationships/image" Target="../media/image4.png" /><Relationship Id="rId6" Type="http://schemas.openxmlformats.org/officeDocument/2006/relationships/image" Target="../media/image9.png" /><Relationship Id="rId11" Type="http://schemas.openxmlformats.org/officeDocument/2006/relationships/image" Target="../media/image14.png" /><Relationship Id="rId5" Type="http://schemas.openxmlformats.org/officeDocument/2006/relationships/image" Target="../media/image8.png" /><Relationship Id="rId10" Type="http://schemas.openxmlformats.org/officeDocument/2006/relationships/image" Target="../media/image13.png" /><Relationship Id="rId4" Type="http://schemas.openxmlformats.org/officeDocument/2006/relationships/image" Target="../media/image7.png" /><Relationship Id="rId9" Type="http://schemas.openxmlformats.org/officeDocument/2006/relationships/image" Target="../media/image12.png" 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 /><Relationship Id="rId13" Type="http://schemas.openxmlformats.org/officeDocument/2006/relationships/image" Target="../media/image16.png" /><Relationship Id="rId3" Type="http://schemas.openxmlformats.org/officeDocument/2006/relationships/image" Target="../media/image6.png" /><Relationship Id="rId7" Type="http://schemas.openxmlformats.org/officeDocument/2006/relationships/image" Target="../media/image10.png" /><Relationship Id="rId12" Type="http://schemas.openxmlformats.org/officeDocument/2006/relationships/image" Target="../media/image15.png" /><Relationship Id="rId2" Type="http://schemas.openxmlformats.org/officeDocument/2006/relationships/image" Target="../media/image5.png" /><Relationship Id="rId1" Type="http://schemas.openxmlformats.org/officeDocument/2006/relationships/image" Target="../media/image4.png" /><Relationship Id="rId6" Type="http://schemas.openxmlformats.org/officeDocument/2006/relationships/image" Target="../media/image9.png" /><Relationship Id="rId11" Type="http://schemas.openxmlformats.org/officeDocument/2006/relationships/image" Target="../media/image14.png" /><Relationship Id="rId5" Type="http://schemas.openxmlformats.org/officeDocument/2006/relationships/image" Target="../media/image8.png" /><Relationship Id="rId10" Type="http://schemas.openxmlformats.org/officeDocument/2006/relationships/image" Target="../media/image13.png" /><Relationship Id="rId4" Type="http://schemas.openxmlformats.org/officeDocument/2006/relationships/image" Target="../media/image7.png" /><Relationship Id="rId9" Type="http://schemas.openxmlformats.org/officeDocument/2006/relationships/image" Target="../media/image12.png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7F4867-F667-45CA-BF46-F4B38A5F5CB7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4A490AD-EAC9-4265-A082-B06CBE8D5B7A}">
      <dgm:prSet phldrT="[Text]"/>
      <dgm:spPr/>
      <dgm:t>
        <a:bodyPr/>
        <a:lstStyle/>
        <a:p>
          <a:r>
            <a:rPr lang="en-US" dirty="0"/>
            <a:t>Continental Biscuits </a:t>
          </a:r>
        </a:p>
      </dgm:t>
    </dgm:pt>
    <dgm:pt modelId="{61A03EE2-45D5-47E6-B378-C8C1F95387A4}" type="parTrans" cxnId="{AB554005-AE9A-4834-A28D-2CC4A07E2F35}">
      <dgm:prSet/>
      <dgm:spPr/>
      <dgm:t>
        <a:bodyPr/>
        <a:lstStyle/>
        <a:p>
          <a:endParaRPr lang="en-US"/>
        </a:p>
      </dgm:t>
    </dgm:pt>
    <dgm:pt modelId="{6CF04E8D-5A62-4E9E-894C-B83A31124519}" type="sibTrans" cxnId="{AB554005-AE9A-4834-A28D-2CC4A07E2F35}">
      <dgm:prSet/>
      <dgm:spPr/>
      <dgm:t>
        <a:bodyPr/>
        <a:lstStyle/>
        <a:p>
          <a:endParaRPr lang="en-US"/>
        </a:p>
      </dgm:t>
    </dgm:pt>
    <dgm:pt modelId="{6DA30D85-4254-486C-8FDF-7FCA01017998}">
      <dgm:prSet phldrT="[Text]"/>
      <dgm:spPr/>
      <dgm:t>
        <a:bodyPr/>
        <a:lstStyle/>
        <a:p>
          <a:r>
            <a:rPr lang="en-US" dirty="0"/>
            <a:t>Plain &amp; Sweet</a:t>
          </a:r>
        </a:p>
      </dgm:t>
    </dgm:pt>
    <dgm:pt modelId="{48C1CF04-9D3D-4F79-9C1B-59A5B1A00878}" type="parTrans" cxnId="{16A03ECA-3A3A-488A-9C1A-7B8570C17C39}">
      <dgm:prSet/>
      <dgm:spPr/>
      <dgm:t>
        <a:bodyPr/>
        <a:lstStyle/>
        <a:p>
          <a:endParaRPr lang="en-US"/>
        </a:p>
      </dgm:t>
    </dgm:pt>
    <dgm:pt modelId="{1C6309A2-C3D8-429D-8BD5-78170C6CF276}" type="sibTrans" cxnId="{16A03ECA-3A3A-488A-9C1A-7B8570C17C39}">
      <dgm:prSet/>
      <dgm:spPr/>
      <dgm:t>
        <a:bodyPr/>
        <a:lstStyle/>
        <a:p>
          <a:endParaRPr lang="en-US"/>
        </a:p>
      </dgm:t>
    </dgm:pt>
    <dgm:pt modelId="{DDF19E7E-54D4-4552-8634-5AEEF20368D0}">
      <dgm:prSet phldrT="[Text]"/>
      <dgm:spPr/>
      <dgm:t>
        <a:bodyPr/>
        <a:lstStyle/>
        <a:p>
          <a:r>
            <a:rPr lang="en-US" dirty="0"/>
            <a:t>Plain &amp; Savory</a:t>
          </a:r>
        </a:p>
      </dgm:t>
    </dgm:pt>
    <dgm:pt modelId="{6DFB4201-AEB6-4B34-843A-8FE39F53190C}" type="parTrans" cxnId="{0A6AC606-D0E0-4519-A8AA-53700CC3433B}">
      <dgm:prSet/>
      <dgm:spPr/>
      <dgm:t>
        <a:bodyPr/>
        <a:lstStyle/>
        <a:p>
          <a:endParaRPr lang="en-US"/>
        </a:p>
      </dgm:t>
    </dgm:pt>
    <dgm:pt modelId="{9D53E30B-5A6A-4C8B-8CF5-F3D460E216D3}" type="sibTrans" cxnId="{0A6AC606-D0E0-4519-A8AA-53700CC3433B}">
      <dgm:prSet/>
      <dgm:spPr/>
      <dgm:t>
        <a:bodyPr/>
        <a:lstStyle/>
        <a:p>
          <a:endParaRPr lang="en-US"/>
        </a:p>
      </dgm:t>
    </dgm:pt>
    <dgm:pt modelId="{4D5E4442-47A2-40C5-B7D5-DC71A68ECC7B}">
      <dgm:prSet phldrT="[Text]"/>
      <dgm:spPr/>
      <dgm:t>
        <a:bodyPr/>
        <a:lstStyle/>
        <a:p>
          <a:r>
            <a:rPr lang="en-US" dirty="0"/>
            <a:t>Sandwich</a:t>
          </a:r>
        </a:p>
      </dgm:t>
    </dgm:pt>
    <dgm:pt modelId="{871AAE89-B565-4CED-B8FC-8B0C80CCE8D1}" type="parTrans" cxnId="{20E9406A-193E-40E1-8F93-271330C85033}">
      <dgm:prSet/>
      <dgm:spPr/>
      <dgm:t>
        <a:bodyPr/>
        <a:lstStyle/>
        <a:p>
          <a:endParaRPr lang="en-US"/>
        </a:p>
      </dgm:t>
    </dgm:pt>
    <dgm:pt modelId="{C05213C8-F97B-4512-850E-5C9DED290775}" type="sibTrans" cxnId="{20E9406A-193E-40E1-8F93-271330C85033}">
      <dgm:prSet/>
      <dgm:spPr/>
      <dgm:t>
        <a:bodyPr/>
        <a:lstStyle/>
        <a:p>
          <a:endParaRPr lang="en-US"/>
        </a:p>
      </dgm:t>
    </dgm:pt>
    <dgm:pt modelId="{344AC47B-F19A-49EB-8753-57F3F89D8A26}">
      <dgm:prSet/>
      <dgm:spPr/>
      <dgm:t>
        <a:bodyPr/>
        <a:lstStyle/>
        <a:p>
          <a:r>
            <a:rPr lang="en-US" dirty="0"/>
            <a:t>Other</a:t>
          </a:r>
        </a:p>
      </dgm:t>
    </dgm:pt>
    <dgm:pt modelId="{FDD4012F-3300-452E-90C4-F9172C0855C9}" type="parTrans" cxnId="{D9402F42-3DFE-4EAB-9BDA-2356384CD661}">
      <dgm:prSet/>
      <dgm:spPr/>
      <dgm:t>
        <a:bodyPr/>
        <a:lstStyle/>
        <a:p>
          <a:endParaRPr lang="en-US"/>
        </a:p>
      </dgm:t>
    </dgm:pt>
    <dgm:pt modelId="{471C1F3C-2615-4AB4-89AE-3F6404FD6B90}" type="sibTrans" cxnId="{D9402F42-3DFE-4EAB-9BDA-2356384CD661}">
      <dgm:prSet/>
      <dgm:spPr/>
      <dgm:t>
        <a:bodyPr/>
        <a:lstStyle/>
        <a:p>
          <a:endParaRPr lang="en-US"/>
        </a:p>
      </dgm:t>
    </dgm:pt>
    <dgm:pt modelId="{0CCA2994-541F-4AA8-913A-48E3282583DF}">
      <dgm:prSet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CB98FC8B-7439-47B3-8692-19E989CEC71A}" type="parTrans" cxnId="{660030FF-A8D0-40E7-8DF1-2EC5B06DE307}">
      <dgm:prSet/>
      <dgm:spPr/>
      <dgm:t>
        <a:bodyPr/>
        <a:lstStyle/>
        <a:p>
          <a:endParaRPr lang="en-US"/>
        </a:p>
      </dgm:t>
    </dgm:pt>
    <dgm:pt modelId="{F6275F3D-6BE1-4854-87B1-8A2002F9B043}" type="sibTrans" cxnId="{660030FF-A8D0-40E7-8DF1-2EC5B06DE307}">
      <dgm:prSet/>
      <dgm:spPr/>
      <dgm:t>
        <a:bodyPr/>
        <a:lstStyle/>
        <a:p>
          <a:endParaRPr lang="en-US"/>
        </a:p>
      </dgm:t>
    </dgm:pt>
    <dgm:pt modelId="{0CD2A161-39D5-4E04-8E57-A79DD65DE24E}">
      <dgm:prSet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C6F487D9-52CD-4DB0-B09D-6BF73AC5F84A}" type="parTrans" cxnId="{80E25108-0739-4EA4-862F-9DFC916A9929}">
      <dgm:prSet/>
      <dgm:spPr/>
      <dgm:t>
        <a:bodyPr/>
        <a:lstStyle/>
        <a:p>
          <a:endParaRPr lang="en-US"/>
        </a:p>
      </dgm:t>
    </dgm:pt>
    <dgm:pt modelId="{B03295AA-53BA-4CD5-BE83-01469F4BF9D4}" type="sibTrans" cxnId="{80E25108-0739-4EA4-862F-9DFC916A9929}">
      <dgm:prSet/>
      <dgm:spPr/>
      <dgm:t>
        <a:bodyPr/>
        <a:lstStyle/>
        <a:p>
          <a:endParaRPr lang="en-US"/>
        </a:p>
      </dgm:t>
    </dgm:pt>
    <dgm:pt modelId="{97A34220-D166-4AF2-B0E2-6F2A4C83DD6D}">
      <dgm:prSet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2EE93EB0-7FC2-497C-BAA2-6A77F759D2B0}" type="parTrans" cxnId="{216D1DE6-D064-45F4-BB17-E1CFB7C02B44}">
      <dgm:prSet/>
      <dgm:spPr/>
      <dgm:t>
        <a:bodyPr/>
        <a:lstStyle/>
        <a:p>
          <a:endParaRPr lang="en-US"/>
        </a:p>
      </dgm:t>
    </dgm:pt>
    <dgm:pt modelId="{A22D1BDC-AC5F-411D-88F0-400FEE490F97}" type="sibTrans" cxnId="{216D1DE6-D064-45F4-BB17-E1CFB7C02B44}">
      <dgm:prSet/>
      <dgm:spPr/>
      <dgm:t>
        <a:bodyPr/>
        <a:lstStyle/>
        <a:p>
          <a:endParaRPr lang="en-US"/>
        </a:p>
      </dgm:t>
    </dgm:pt>
    <dgm:pt modelId="{A5DA880B-9907-49E0-A922-F5F79E4364CC}">
      <dgm:prSet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69DC8958-E07D-4A17-A0EA-0C16C490EA6C}" type="parTrans" cxnId="{139B4553-07FD-4BDC-A287-38AB90C28520}">
      <dgm:prSet/>
      <dgm:spPr/>
      <dgm:t>
        <a:bodyPr/>
        <a:lstStyle/>
        <a:p>
          <a:endParaRPr lang="en-US"/>
        </a:p>
      </dgm:t>
    </dgm:pt>
    <dgm:pt modelId="{9DF9B2F0-E8F8-4E6C-91A3-9164D6CDDB84}" type="sibTrans" cxnId="{139B4553-07FD-4BDC-A287-38AB90C28520}">
      <dgm:prSet/>
      <dgm:spPr/>
      <dgm:t>
        <a:bodyPr/>
        <a:lstStyle/>
        <a:p>
          <a:endParaRPr lang="en-US"/>
        </a:p>
      </dgm:t>
    </dgm:pt>
    <dgm:pt modelId="{03D2E960-C4F4-4585-90C4-BF1CA64F7294}">
      <dgm:prSet/>
      <dgm:spPr>
        <a:blipFill rotWithShape="0">
          <a:blip xmlns:r="http://schemas.openxmlformats.org/officeDocument/2006/relationships" r:embed="rId5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88D7FF98-2BCA-46BD-8108-3A6509BE73D1}" type="parTrans" cxnId="{7E8B169F-AF80-47B3-9946-23C8DB62624E}">
      <dgm:prSet/>
      <dgm:spPr/>
      <dgm:t>
        <a:bodyPr/>
        <a:lstStyle/>
        <a:p>
          <a:endParaRPr lang="en-US"/>
        </a:p>
      </dgm:t>
    </dgm:pt>
    <dgm:pt modelId="{F16EB171-093F-4693-81D9-0EB24DB6F521}" type="sibTrans" cxnId="{7E8B169F-AF80-47B3-9946-23C8DB62624E}">
      <dgm:prSet/>
      <dgm:spPr/>
      <dgm:t>
        <a:bodyPr/>
        <a:lstStyle/>
        <a:p>
          <a:endParaRPr lang="en-US"/>
        </a:p>
      </dgm:t>
    </dgm:pt>
    <dgm:pt modelId="{02DA2C7D-0497-4591-BD01-20B3EE8EFC40}">
      <dgm:prSet/>
      <dgm:spPr>
        <a:blipFill rotWithShape="0">
          <a:blip xmlns:r="http://schemas.openxmlformats.org/officeDocument/2006/relationships" r:embed="rId6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823B1BD0-5F25-4899-8335-549983A8444D}" type="parTrans" cxnId="{ACBAAAB5-38FC-4EF5-A5D6-67197053EBCF}">
      <dgm:prSet/>
      <dgm:spPr/>
      <dgm:t>
        <a:bodyPr/>
        <a:lstStyle/>
        <a:p>
          <a:endParaRPr lang="en-US"/>
        </a:p>
      </dgm:t>
    </dgm:pt>
    <dgm:pt modelId="{A9BAF938-53D2-4B03-93CE-D6635E91E4B5}" type="sibTrans" cxnId="{ACBAAAB5-38FC-4EF5-A5D6-67197053EBCF}">
      <dgm:prSet/>
      <dgm:spPr/>
      <dgm:t>
        <a:bodyPr/>
        <a:lstStyle/>
        <a:p>
          <a:endParaRPr lang="en-US"/>
        </a:p>
      </dgm:t>
    </dgm:pt>
    <dgm:pt modelId="{46256C28-C9CB-41A8-BF35-733740E88B93}">
      <dgm:prSet/>
      <dgm:spPr>
        <a:blipFill rotWithShape="0">
          <a:blip xmlns:r="http://schemas.openxmlformats.org/officeDocument/2006/relationships" r:embed="rId7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43A5E7FC-4C72-4224-8014-2465B426FF07}" type="parTrans" cxnId="{81D371DB-8A55-44D3-88C7-A3119E486CE8}">
      <dgm:prSet/>
      <dgm:spPr/>
      <dgm:t>
        <a:bodyPr/>
        <a:lstStyle/>
        <a:p>
          <a:endParaRPr lang="en-US"/>
        </a:p>
      </dgm:t>
    </dgm:pt>
    <dgm:pt modelId="{ED868CB6-113F-40A6-9287-BA6BFE0167C5}" type="sibTrans" cxnId="{81D371DB-8A55-44D3-88C7-A3119E486CE8}">
      <dgm:prSet/>
      <dgm:spPr/>
      <dgm:t>
        <a:bodyPr/>
        <a:lstStyle/>
        <a:p>
          <a:endParaRPr lang="en-US"/>
        </a:p>
      </dgm:t>
    </dgm:pt>
    <dgm:pt modelId="{9B0DAFC0-7CFE-444F-9289-B8549E5B9A98}">
      <dgm:prSet/>
      <dgm:spPr>
        <a:blipFill rotWithShape="0">
          <a:blip xmlns:r="http://schemas.openxmlformats.org/officeDocument/2006/relationships" r:embed="rId8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200C859F-1BFC-433C-9C41-17B4B4DADB9F}" type="parTrans" cxnId="{E090CE61-F326-401B-9A28-A08091FB1FE2}">
      <dgm:prSet/>
      <dgm:spPr/>
      <dgm:t>
        <a:bodyPr/>
        <a:lstStyle/>
        <a:p>
          <a:endParaRPr lang="en-US"/>
        </a:p>
      </dgm:t>
    </dgm:pt>
    <dgm:pt modelId="{7860080B-F594-4999-B841-58B9A9E45A90}" type="sibTrans" cxnId="{E090CE61-F326-401B-9A28-A08091FB1FE2}">
      <dgm:prSet/>
      <dgm:spPr/>
      <dgm:t>
        <a:bodyPr/>
        <a:lstStyle/>
        <a:p>
          <a:endParaRPr lang="en-US"/>
        </a:p>
      </dgm:t>
    </dgm:pt>
    <dgm:pt modelId="{4E3B5417-FB93-4274-A996-120D74242C30}">
      <dgm:prSet/>
      <dgm:spPr>
        <a:blipFill rotWithShape="0">
          <a:blip xmlns:r="http://schemas.openxmlformats.org/officeDocument/2006/relationships" r:embed="rId9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6D9D2224-93FF-42F9-8962-1AEEEF97C9FB}" type="sibTrans" cxnId="{7CC752E4-C4B1-465B-A4E1-1BCA4F3DE3E0}">
      <dgm:prSet/>
      <dgm:spPr/>
      <dgm:t>
        <a:bodyPr/>
        <a:lstStyle/>
        <a:p>
          <a:endParaRPr lang="en-US"/>
        </a:p>
      </dgm:t>
    </dgm:pt>
    <dgm:pt modelId="{C233D819-A5D1-47AC-ABAC-CC15C4DC8F73}" type="parTrans" cxnId="{7CC752E4-C4B1-465B-A4E1-1BCA4F3DE3E0}">
      <dgm:prSet/>
      <dgm:spPr/>
      <dgm:t>
        <a:bodyPr/>
        <a:lstStyle/>
        <a:p>
          <a:endParaRPr lang="en-US"/>
        </a:p>
      </dgm:t>
    </dgm:pt>
    <dgm:pt modelId="{052CAB89-042D-466A-8F6A-1D83C45C7363}">
      <dgm:prSet/>
      <dgm:spPr>
        <a:blipFill rotWithShape="0">
          <a:blip xmlns:r="http://schemas.openxmlformats.org/officeDocument/2006/relationships" r:embed="rId10"/>
          <a:stretch>
            <a:fillRect/>
          </a:stretch>
        </a:blipFill>
      </dgm:spPr>
      <dgm:t>
        <a:bodyPr/>
        <a:lstStyle/>
        <a:p>
          <a:endParaRPr lang="en-US" dirty="0"/>
        </a:p>
      </dgm:t>
    </dgm:pt>
    <dgm:pt modelId="{7AB41430-567F-487A-A7C1-9A8294478C92}" type="parTrans" cxnId="{82927BFC-6A42-4769-AAC1-249E9B79FF84}">
      <dgm:prSet/>
      <dgm:spPr/>
      <dgm:t>
        <a:bodyPr/>
        <a:lstStyle/>
        <a:p>
          <a:endParaRPr lang="en-US"/>
        </a:p>
      </dgm:t>
    </dgm:pt>
    <dgm:pt modelId="{C314B06D-4F0C-40E4-A845-239699FDA7F4}" type="sibTrans" cxnId="{82927BFC-6A42-4769-AAC1-249E9B79FF84}">
      <dgm:prSet/>
      <dgm:spPr/>
      <dgm:t>
        <a:bodyPr/>
        <a:lstStyle/>
        <a:p>
          <a:endParaRPr lang="en-US"/>
        </a:p>
      </dgm:t>
    </dgm:pt>
    <dgm:pt modelId="{C572E700-8EF4-4DF9-913F-73FECC3FAE17}">
      <dgm:prSet/>
      <dgm:spPr>
        <a:blipFill rotWithShape="0">
          <a:blip xmlns:r="http://schemas.openxmlformats.org/officeDocument/2006/relationships" r:embed="rId11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1B3802A0-5D61-47A1-8D68-7016FE81A7DB}" type="parTrans" cxnId="{9598FCB2-C4A8-41CA-8196-60ABDAB0E2C8}">
      <dgm:prSet/>
      <dgm:spPr/>
      <dgm:t>
        <a:bodyPr/>
        <a:lstStyle/>
        <a:p>
          <a:endParaRPr lang="en-US"/>
        </a:p>
      </dgm:t>
    </dgm:pt>
    <dgm:pt modelId="{3C041234-6150-426B-BFBF-CF05A4B7C1CD}" type="sibTrans" cxnId="{9598FCB2-C4A8-41CA-8196-60ABDAB0E2C8}">
      <dgm:prSet/>
      <dgm:spPr/>
      <dgm:t>
        <a:bodyPr/>
        <a:lstStyle/>
        <a:p>
          <a:endParaRPr lang="en-US"/>
        </a:p>
      </dgm:t>
    </dgm:pt>
    <dgm:pt modelId="{8F071B4B-73F0-4016-AB77-3225BDC19F8D}">
      <dgm:prSet/>
      <dgm:spPr>
        <a:blipFill rotWithShape="0">
          <a:blip xmlns:r="http://schemas.openxmlformats.org/officeDocument/2006/relationships" r:embed="rId12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A51D0305-3AE2-4EED-A911-F079CCDAEFFF}" type="parTrans" cxnId="{238C07DC-F9FD-425E-AD8E-DBA9B3FCDB6A}">
      <dgm:prSet/>
      <dgm:spPr/>
      <dgm:t>
        <a:bodyPr/>
        <a:lstStyle/>
        <a:p>
          <a:endParaRPr lang="en-US"/>
        </a:p>
      </dgm:t>
    </dgm:pt>
    <dgm:pt modelId="{F9CACD84-2BE7-4F9B-A2DF-41A1B540D411}" type="sibTrans" cxnId="{238C07DC-F9FD-425E-AD8E-DBA9B3FCDB6A}">
      <dgm:prSet/>
      <dgm:spPr/>
      <dgm:t>
        <a:bodyPr/>
        <a:lstStyle/>
        <a:p>
          <a:endParaRPr lang="en-US"/>
        </a:p>
      </dgm:t>
    </dgm:pt>
    <dgm:pt modelId="{F5CB38AA-E74C-4157-AC93-7E708707D931}">
      <dgm:prSet/>
      <dgm:spPr>
        <a:blipFill rotWithShape="0">
          <a:blip xmlns:r="http://schemas.openxmlformats.org/officeDocument/2006/relationships" r:embed="rId13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676F3E26-9A24-4AC0-A95A-4C3BEE2A9E40}" type="parTrans" cxnId="{B1AAF072-B3B3-4017-BAAC-787591871692}">
      <dgm:prSet/>
      <dgm:spPr/>
      <dgm:t>
        <a:bodyPr/>
        <a:lstStyle/>
        <a:p>
          <a:endParaRPr lang="en-US"/>
        </a:p>
      </dgm:t>
    </dgm:pt>
    <dgm:pt modelId="{D976C0CB-1D6B-4FAE-AC88-9C4094BA7B63}" type="sibTrans" cxnId="{B1AAF072-B3B3-4017-BAAC-787591871692}">
      <dgm:prSet/>
      <dgm:spPr/>
      <dgm:t>
        <a:bodyPr/>
        <a:lstStyle/>
        <a:p>
          <a:endParaRPr lang="en-US"/>
        </a:p>
      </dgm:t>
    </dgm:pt>
    <dgm:pt modelId="{F5CCAF28-A59C-41B1-8695-0B27913A71A8}" type="pres">
      <dgm:prSet presAssocID="{8B7F4867-F667-45CA-BF46-F4B38A5F5CB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868A343-8E9B-4345-A5AD-D24FFAEECD6E}" type="pres">
      <dgm:prSet presAssocID="{14A490AD-EAC9-4265-A082-B06CBE8D5B7A}" presName="hierRoot1" presStyleCnt="0">
        <dgm:presLayoutVars>
          <dgm:hierBranch val="init"/>
        </dgm:presLayoutVars>
      </dgm:prSet>
      <dgm:spPr/>
    </dgm:pt>
    <dgm:pt modelId="{93C8F9D7-4241-463A-B930-F7558F6564CC}" type="pres">
      <dgm:prSet presAssocID="{14A490AD-EAC9-4265-A082-B06CBE8D5B7A}" presName="rootComposite1" presStyleCnt="0"/>
      <dgm:spPr/>
    </dgm:pt>
    <dgm:pt modelId="{ECBE78D9-574F-4577-9DCA-C4FFE1A6D957}" type="pres">
      <dgm:prSet presAssocID="{14A490AD-EAC9-4265-A082-B06CBE8D5B7A}" presName="rootText1" presStyleLbl="node0" presStyleIdx="0" presStyleCnt="1">
        <dgm:presLayoutVars>
          <dgm:chPref val="3"/>
        </dgm:presLayoutVars>
      </dgm:prSet>
      <dgm:spPr/>
    </dgm:pt>
    <dgm:pt modelId="{D5C13B77-0BB6-4FC2-AAB6-D282E34BF0B6}" type="pres">
      <dgm:prSet presAssocID="{14A490AD-EAC9-4265-A082-B06CBE8D5B7A}" presName="rootConnector1" presStyleLbl="node1" presStyleIdx="0" presStyleCnt="0"/>
      <dgm:spPr/>
    </dgm:pt>
    <dgm:pt modelId="{EF666BE2-9761-4732-9482-0D7EEA079922}" type="pres">
      <dgm:prSet presAssocID="{14A490AD-EAC9-4265-A082-B06CBE8D5B7A}" presName="hierChild2" presStyleCnt="0"/>
      <dgm:spPr/>
    </dgm:pt>
    <dgm:pt modelId="{79F7F481-E233-436B-AA6C-1E0171036E0B}" type="pres">
      <dgm:prSet presAssocID="{48C1CF04-9D3D-4F79-9C1B-59A5B1A00878}" presName="Name37" presStyleLbl="parChTrans1D2" presStyleIdx="0" presStyleCnt="4"/>
      <dgm:spPr/>
    </dgm:pt>
    <dgm:pt modelId="{1272AB98-F77D-4871-B596-CF775A8B549C}" type="pres">
      <dgm:prSet presAssocID="{6DA30D85-4254-486C-8FDF-7FCA01017998}" presName="hierRoot2" presStyleCnt="0">
        <dgm:presLayoutVars>
          <dgm:hierBranch val="init"/>
        </dgm:presLayoutVars>
      </dgm:prSet>
      <dgm:spPr/>
    </dgm:pt>
    <dgm:pt modelId="{47A15BE8-B7D9-479B-A375-8B9EB555C3CE}" type="pres">
      <dgm:prSet presAssocID="{6DA30D85-4254-486C-8FDF-7FCA01017998}" presName="rootComposite" presStyleCnt="0"/>
      <dgm:spPr/>
    </dgm:pt>
    <dgm:pt modelId="{3F01E5FA-0B39-4E1B-9818-2C2229B5E6B6}" type="pres">
      <dgm:prSet presAssocID="{6DA30D85-4254-486C-8FDF-7FCA01017998}" presName="rootText" presStyleLbl="node2" presStyleIdx="0" presStyleCnt="4">
        <dgm:presLayoutVars>
          <dgm:chPref val="3"/>
        </dgm:presLayoutVars>
      </dgm:prSet>
      <dgm:spPr/>
    </dgm:pt>
    <dgm:pt modelId="{3B950254-F6AE-44E7-8784-EE9AA8433ED4}" type="pres">
      <dgm:prSet presAssocID="{6DA30D85-4254-486C-8FDF-7FCA01017998}" presName="rootConnector" presStyleLbl="node2" presStyleIdx="0" presStyleCnt="4"/>
      <dgm:spPr/>
    </dgm:pt>
    <dgm:pt modelId="{5BD10C88-ABFD-4E80-BC6F-ECA5110567BD}" type="pres">
      <dgm:prSet presAssocID="{6DA30D85-4254-486C-8FDF-7FCA01017998}" presName="hierChild4" presStyleCnt="0"/>
      <dgm:spPr/>
    </dgm:pt>
    <dgm:pt modelId="{0BDDD7CE-EC61-409A-9B41-7FDB6C662033}" type="pres">
      <dgm:prSet presAssocID="{CB98FC8B-7439-47B3-8692-19E989CEC71A}" presName="Name37" presStyleLbl="parChTrans1D3" presStyleIdx="0" presStyleCnt="13"/>
      <dgm:spPr/>
    </dgm:pt>
    <dgm:pt modelId="{F069E9CF-8329-43B0-96C7-538CF43F1E81}" type="pres">
      <dgm:prSet presAssocID="{0CCA2994-541F-4AA8-913A-48E3282583DF}" presName="hierRoot2" presStyleCnt="0">
        <dgm:presLayoutVars>
          <dgm:hierBranch val="init"/>
        </dgm:presLayoutVars>
      </dgm:prSet>
      <dgm:spPr/>
    </dgm:pt>
    <dgm:pt modelId="{45B4C303-EBBD-4F39-B5FA-FD26DEA1F2CB}" type="pres">
      <dgm:prSet presAssocID="{0CCA2994-541F-4AA8-913A-48E3282583DF}" presName="rootComposite" presStyleCnt="0"/>
      <dgm:spPr/>
    </dgm:pt>
    <dgm:pt modelId="{A7F3E226-DB36-4887-8116-1AF6A1269680}" type="pres">
      <dgm:prSet presAssocID="{0CCA2994-541F-4AA8-913A-48E3282583DF}" presName="rootText" presStyleLbl="node3" presStyleIdx="0" presStyleCnt="13">
        <dgm:presLayoutVars>
          <dgm:chPref val="3"/>
        </dgm:presLayoutVars>
      </dgm:prSet>
      <dgm:spPr/>
    </dgm:pt>
    <dgm:pt modelId="{1E0CC0B1-E0F8-4764-BC86-9111ACE5E305}" type="pres">
      <dgm:prSet presAssocID="{0CCA2994-541F-4AA8-913A-48E3282583DF}" presName="rootConnector" presStyleLbl="node3" presStyleIdx="0" presStyleCnt="13"/>
      <dgm:spPr/>
    </dgm:pt>
    <dgm:pt modelId="{0EEAD49A-7672-4939-ABA1-79A0A253A3FE}" type="pres">
      <dgm:prSet presAssocID="{0CCA2994-541F-4AA8-913A-48E3282583DF}" presName="hierChild4" presStyleCnt="0"/>
      <dgm:spPr/>
    </dgm:pt>
    <dgm:pt modelId="{F315090C-F2C5-4438-9461-DECFDFA54D23}" type="pres">
      <dgm:prSet presAssocID="{0CCA2994-541F-4AA8-913A-48E3282583DF}" presName="hierChild5" presStyleCnt="0"/>
      <dgm:spPr/>
    </dgm:pt>
    <dgm:pt modelId="{EC6F7601-862D-4D2F-AB77-81FE0E30AD0B}" type="pres">
      <dgm:prSet presAssocID="{C6F487D9-52CD-4DB0-B09D-6BF73AC5F84A}" presName="Name37" presStyleLbl="parChTrans1D3" presStyleIdx="1" presStyleCnt="13"/>
      <dgm:spPr/>
    </dgm:pt>
    <dgm:pt modelId="{23D97AA0-BE48-42EB-A644-D3544F9A9FEF}" type="pres">
      <dgm:prSet presAssocID="{0CD2A161-39D5-4E04-8E57-A79DD65DE24E}" presName="hierRoot2" presStyleCnt="0">
        <dgm:presLayoutVars>
          <dgm:hierBranch val="init"/>
        </dgm:presLayoutVars>
      </dgm:prSet>
      <dgm:spPr/>
    </dgm:pt>
    <dgm:pt modelId="{7461C7E5-9CCF-4B69-BEC2-8CB430C4EC77}" type="pres">
      <dgm:prSet presAssocID="{0CD2A161-39D5-4E04-8E57-A79DD65DE24E}" presName="rootComposite" presStyleCnt="0"/>
      <dgm:spPr/>
    </dgm:pt>
    <dgm:pt modelId="{0CC6CC8F-82FE-42BF-B8D2-A2A5189F85E3}" type="pres">
      <dgm:prSet presAssocID="{0CD2A161-39D5-4E04-8E57-A79DD65DE24E}" presName="rootText" presStyleLbl="node3" presStyleIdx="1" presStyleCnt="13">
        <dgm:presLayoutVars>
          <dgm:chPref val="3"/>
        </dgm:presLayoutVars>
      </dgm:prSet>
      <dgm:spPr/>
    </dgm:pt>
    <dgm:pt modelId="{28489CF3-2E1A-494C-95A5-34DF93D3B4D4}" type="pres">
      <dgm:prSet presAssocID="{0CD2A161-39D5-4E04-8E57-A79DD65DE24E}" presName="rootConnector" presStyleLbl="node3" presStyleIdx="1" presStyleCnt="13"/>
      <dgm:spPr/>
    </dgm:pt>
    <dgm:pt modelId="{19D8B9A7-1F9E-42B9-8E08-5DB9C289E7E3}" type="pres">
      <dgm:prSet presAssocID="{0CD2A161-39D5-4E04-8E57-A79DD65DE24E}" presName="hierChild4" presStyleCnt="0"/>
      <dgm:spPr/>
    </dgm:pt>
    <dgm:pt modelId="{6FAA0F91-1AF7-4DC3-B43D-0D4EF615DE1D}" type="pres">
      <dgm:prSet presAssocID="{0CD2A161-39D5-4E04-8E57-A79DD65DE24E}" presName="hierChild5" presStyleCnt="0"/>
      <dgm:spPr/>
    </dgm:pt>
    <dgm:pt modelId="{EEB39CC0-F53E-473B-99C9-E80A3E6FB674}" type="pres">
      <dgm:prSet presAssocID="{2EE93EB0-7FC2-497C-BAA2-6A77F759D2B0}" presName="Name37" presStyleLbl="parChTrans1D3" presStyleIdx="2" presStyleCnt="13"/>
      <dgm:spPr/>
    </dgm:pt>
    <dgm:pt modelId="{CC9E0C30-B215-4CE6-898C-05225D92AF5A}" type="pres">
      <dgm:prSet presAssocID="{97A34220-D166-4AF2-B0E2-6F2A4C83DD6D}" presName="hierRoot2" presStyleCnt="0">
        <dgm:presLayoutVars>
          <dgm:hierBranch val="init"/>
        </dgm:presLayoutVars>
      </dgm:prSet>
      <dgm:spPr/>
    </dgm:pt>
    <dgm:pt modelId="{1BB9DB35-4405-44FC-A243-75477FB28881}" type="pres">
      <dgm:prSet presAssocID="{97A34220-D166-4AF2-B0E2-6F2A4C83DD6D}" presName="rootComposite" presStyleCnt="0"/>
      <dgm:spPr/>
    </dgm:pt>
    <dgm:pt modelId="{8136100B-F4B1-4ED3-9874-7EDFFFDC2D32}" type="pres">
      <dgm:prSet presAssocID="{97A34220-D166-4AF2-B0E2-6F2A4C83DD6D}" presName="rootText" presStyleLbl="node3" presStyleIdx="2" presStyleCnt="13">
        <dgm:presLayoutVars>
          <dgm:chPref val="3"/>
        </dgm:presLayoutVars>
      </dgm:prSet>
      <dgm:spPr/>
    </dgm:pt>
    <dgm:pt modelId="{6BCB11C1-F086-4537-B965-482D13FC0914}" type="pres">
      <dgm:prSet presAssocID="{97A34220-D166-4AF2-B0E2-6F2A4C83DD6D}" presName="rootConnector" presStyleLbl="node3" presStyleIdx="2" presStyleCnt="13"/>
      <dgm:spPr/>
    </dgm:pt>
    <dgm:pt modelId="{D08BE403-16A4-41D4-ACB0-499B0D16F287}" type="pres">
      <dgm:prSet presAssocID="{97A34220-D166-4AF2-B0E2-6F2A4C83DD6D}" presName="hierChild4" presStyleCnt="0"/>
      <dgm:spPr/>
    </dgm:pt>
    <dgm:pt modelId="{AA927224-7FC8-4E12-BA32-CFAE9F9C5208}" type="pres">
      <dgm:prSet presAssocID="{97A34220-D166-4AF2-B0E2-6F2A4C83DD6D}" presName="hierChild5" presStyleCnt="0"/>
      <dgm:spPr/>
    </dgm:pt>
    <dgm:pt modelId="{40011F52-C4E4-4840-82AF-AA4C31B2BF68}" type="pres">
      <dgm:prSet presAssocID="{6DA30D85-4254-486C-8FDF-7FCA01017998}" presName="hierChild5" presStyleCnt="0"/>
      <dgm:spPr/>
    </dgm:pt>
    <dgm:pt modelId="{B885F0EB-D990-4713-8E48-C3543CE2BA83}" type="pres">
      <dgm:prSet presAssocID="{6DFB4201-AEB6-4B34-843A-8FE39F53190C}" presName="Name37" presStyleLbl="parChTrans1D2" presStyleIdx="1" presStyleCnt="4"/>
      <dgm:spPr/>
    </dgm:pt>
    <dgm:pt modelId="{FD314EE7-2E0E-465B-8D1A-7F8050ED1B73}" type="pres">
      <dgm:prSet presAssocID="{DDF19E7E-54D4-4552-8634-5AEEF20368D0}" presName="hierRoot2" presStyleCnt="0">
        <dgm:presLayoutVars>
          <dgm:hierBranch val="init"/>
        </dgm:presLayoutVars>
      </dgm:prSet>
      <dgm:spPr/>
    </dgm:pt>
    <dgm:pt modelId="{405DA9A0-FC86-404D-BAE1-A9D790E017B9}" type="pres">
      <dgm:prSet presAssocID="{DDF19E7E-54D4-4552-8634-5AEEF20368D0}" presName="rootComposite" presStyleCnt="0"/>
      <dgm:spPr/>
    </dgm:pt>
    <dgm:pt modelId="{DF025632-6EB3-43A0-A586-3B646FC89CAE}" type="pres">
      <dgm:prSet presAssocID="{DDF19E7E-54D4-4552-8634-5AEEF20368D0}" presName="rootText" presStyleLbl="node2" presStyleIdx="1" presStyleCnt="4">
        <dgm:presLayoutVars>
          <dgm:chPref val="3"/>
        </dgm:presLayoutVars>
      </dgm:prSet>
      <dgm:spPr/>
    </dgm:pt>
    <dgm:pt modelId="{95C6B09A-8D86-4515-BE13-A5CCCB8B78F4}" type="pres">
      <dgm:prSet presAssocID="{DDF19E7E-54D4-4552-8634-5AEEF20368D0}" presName="rootConnector" presStyleLbl="node2" presStyleIdx="1" presStyleCnt="4"/>
      <dgm:spPr/>
    </dgm:pt>
    <dgm:pt modelId="{943345B8-E5F4-484D-A80D-4F290F66FF41}" type="pres">
      <dgm:prSet presAssocID="{DDF19E7E-54D4-4552-8634-5AEEF20368D0}" presName="hierChild4" presStyleCnt="0"/>
      <dgm:spPr/>
    </dgm:pt>
    <dgm:pt modelId="{65FCC04B-E500-45F5-ADED-A93FF0F4DDD3}" type="pres">
      <dgm:prSet presAssocID="{69DC8958-E07D-4A17-A0EA-0C16C490EA6C}" presName="Name37" presStyleLbl="parChTrans1D3" presStyleIdx="3" presStyleCnt="13"/>
      <dgm:spPr/>
    </dgm:pt>
    <dgm:pt modelId="{ED4353DF-F2A7-468F-87AA-39DD44461F4C}" type="pres">
      <dgm:prSet presAssocID="{A5DA880B-9907-49E0-A922-F5F79E4364CC}" presName="hierRoot2" presStyleCnt="0">
        <dgm:presLayoutVars>
          <dgm:hierBranch val="init"/>
        </dgm:presLayoutVars>
      </dgm:prSet>
      <dgm:spPr/>
    </dgm:pt>
    <dgm:pt modelId="{440C37FF-86C9-470D-BFC2-762D55415A43}" type="pres">
      <dgm:prSet presAssocID="{A5DA880B-9907-49E0-A922-F5F79E4364CC}" presName="rootComposite" presStyleCnt="0"/>
      <dgm:spPr/>
    </dgm:pt>
    <dgm:pt modelId="{4834F415-8BBF-43FA-A790-58E29BF7B861}" type="pres">
      <dgm:prSet presAssocID="{A5DA880B-9907-49E0-A922-F5F79E4364CC}" presName="rootText" presStyleLbl="node3" presStyleIdx="3" presStyleCnt="13">
        <dgm:presLayoutVars>
          <dgm:chPref val="3"/>
        </dgm:presLayoutVars>
      </dgm:prSet>
      <dgm:spPr/>
    </dgm:pt>
    <dgm:pt modelId="{19F996AF-A09E-4879-80E6-6220A60983A6}" type="pres">
      <dgm:prSet presAssocID="{A5DA880B-9907-49E0-A922-F5F79E4364CC}" presName="rootConnector" presStyleLbl="node3" presStyleIdx="3" presStyleCnt="13"/>
      <dgm:spPr/>
    </dgm:pt>
    <dgm:pt modelId="{EE288D40-25D7-4C3C-9ADD-C3FA294E2706}" type="pres">
      <dgm:prSet presAssocID="{A5DA880B-9907-49E0-A922-F5F79E4364CC}" presName="hierChild4" presStyleCnt="0"/>
      <dgm:spPr/>
    </dgm:pt>
    <dgm:pt modelId="{9E19132C-5DF6-4101-80A0-3D5BA81D1EBB}" type="pres">
      <dgm:prSet presAssocID="{A5DA880B-9907-49E0-A922-F5F79E4364CC}" presName="hierChild5" presStyleCnt="0"/>
      <dgm:spPr/>
    </dgm:pt>
    <dgm:pt modelId="{65602863-BBF0-4BA7-BDD5-6353E46E758D}" type="pres">
      <dgm:prSet presAssocID="{88D7FF98-2BCA-46BD-8108-3A6509BE73D1}" presName="Name37" presStyleLbl="parChTrans1D3" presStyleIdx="4" presStyleCnt="13"/>
      <dgm:spPr/>
    </dgm:pt>
    <dgm:pt modelId="{3E6EAC27-2C34-4206-8F62-65A8B1161F60}" type="pres">
      <dgm:prSet presAssocID="{03D2E960-C4F4-4585-90C4-BF1CA64F7294}" presName="hierRoot2" presStyleCnt="0">
        <dgm:presLayoutVars>
          <dgm:hierBranch val="init"/>
        </dgm:presLayoutVars>
      </dgm:prSet>
      <dgm:spPr/>
    </dgm:pt>
    <dgm:pt modelId="{8DA04756-856B-4D0B-9B73-C5BFF975B610}" type="pres">
      <dgm:prSet presAssocID="{03D2E960-C4F4-4585-90C4-BF1CA64F7294}" presName="rootComposite" presStyleCnt="0"/>
      <dgm:spPr/>
    </dgm:pt>
    <dgm:pt modelId="{BE5EA851-E985-4E20-9925-D34F27235BF0}" type="pres">
      <dgm:prSet presAssocID="{03D2E960-C4F4-4585-90C4-BF1CA64F7294}" presName="rootText" presStyleLbl="node3" presStyleIdx="4" presStyleCnt="13">
        <dgm:presLayoutVars>
          <dgm:chPref val="3"/>
        </dgm:presLayoutVars>
      </dgm:prSet>
      <dgm:spPr/>
    </dgm:pt>
    <dgm:pt modelId="{B5F3902B-B9C8-4FF3-B039-F12A920E0162}" type="pres">
      <dgm:prSet presAssocID="{03D2E960-C4F4-4585-90C4-BF1CA64F7294}" presName="rootConnector" presStyleLbl="node3" presStyleIdx="4" presStyleCnt="13"/>
      <dgm:spPr/>
    </dgm:pt>
    <dgm:pt modelId="{463C3ACC-2294-42C0-B56F-0D89C4A58C4C}" type="pres">
      <dgm:prSet presAssocID="{03D2E960-C4F4-4585-90C4-BF1CA64F7294}" presName="hierChild4" presStyleCnt="0"/>
      <dgm:spPr/>
    </dgm:pt>
    <dgm:pt modelId="{35B1B732-FDDE-41A0-8403-A80E2C24F4CB}" type="pres">
      <dgm:prSet presAssocID="{03D2E960-C4F4-4585-90C4-BF1CA64F7294}" presName="hierChild5" presStyleCnt="0"/>
      <dgm:spPr/>
    </dgm:pt>
    <dgm:pt modelId="{4C909691-C142-41D1-831C-5AB381E76CEC}" type="pres">
      <dgm:prSet presAssocID="{DDF19E7E-54D4-4552-8634-5AEEF20368D0}" presName="hierChild5" presStyleCnt="0"/>
      <dgm:spPr/>
    </dgm:pt>
    <dgm:pt modelId="{84DE6BC0-B2D5-4635-941C-DF52473DD8FA}" type="pres">
      <dgm:prSet presAssocID="{871AAE89-B565-4CED-B8FC-8B0C80CCE8D1}" presName="Name37" presStyleLbl="parChTrans1D2" presStyleIdx="2" presStyleCnt="4"/>
      <dgm:spPr/>
    </dgm:pt>
    <dgm:pt modelId="{83E9595E-2B2B-4308-AE7B-628F6FB412C5}" type="pres">
      <dgm:prSet presAssocID="{4D5E4442-47A2-40C5-B7D5-DC71A68ECC7B}" presName="hierRoot2" presStyleCnt="0">
        <dgm:presLayoutVars>
          <dgm:hierBranch val="init"/>
        </dgm:presLayoutVars>
      </dgm:prSet>
      <dgm:spPr/>
    </dgm:pt>
    <dgm:pt modelId="{83966DC2-9309-47E2-8F44-52537288A645}" type="pres">
      <dgm:prSet presAssocID="{4D5E4442-47A2-40C5-B7D5-DC71A68ECC7B}" presName="rootComposite" presStyleCnt="0"/>
      <dgm:spPr/>
    </dgm:pt>
    <dgm:pt modelId="{74DE35ED-0216-49AF-B24D-642D2C39E60C}" type="pres">
      <dgm:prSet presAssocID="{4D5E4442-47A2-40C5-B7D5-DC71A68ECC7B}" presName="rootText" presStyleLbl="node2" presStyleIdx="2" presStyleCnt="4">
        <dgm:presLayoutVars>
          <dgm:chPref val="3"/>
        </dgm:presLayoutVars>
      </dgm:prSet>
      <dgm:spPr/>
    </dgm:pt>
    <dgm:pt modelId="{D1784F8E-C9C9-4F68-8867-4A9DFA5CF7A1}" type="pres">
      <dgm:prSet presAssocID="{4D5E4442-47A2-40C5-B7D5-DC71A68ECC7B}" presName="rootConnector" presStyleLbl="node2" presStyleIdx="2" presStyleCnt="4"/>
      <dgm:spPr/>
    </dgm:pt>
    <dgm:pt modelId="{EA94C1E2-228D-4B93-9A79-6D4CBBCA3349}" type="pres">
      <dgm:prSet presAssocID="{4D5E4442-47A2-40C5-B7D5-DC71A68ECC7B}" presName="hierChild4" presStyleCnt="0"/>
      <dgm:spPr/>
    </dgm:pt>
    <dgm:pt modelId="{9295DA19-BBF5-479F-B2C0-1DB04B2B9848}" type="pres">
      <dgm:prSet presAssocID="{823B1BD0-5F25-4899-8335-549983A8444D}" presName="Name37" presStyleLbl="parChTrans1D3" presStyleIdx="5" presStyleCnt="13"/>
      <dgm:spPr/>
    </dgm:pt>
    <dgm:pt modelId="{60114031-DD26-448A-BEC0-9F57B0FFB07A}" type="pres">
      <dgm:prSet presAssocID="{02DA2C7D-0497-4591-BD01-20B3EE8EFC40}" presName="hierRoot2" presStyleCnt="0">
        <dgm:presLayoutVars>
          <dgm:hierBranch val="init"/>
        </dgm:presLayoutVars>
      </dgm:prSet>
      <dgm:spPr/>
    </dgm:pt>
    <dgm:pt modelId="{5F4D3B30-F3C3-4B37-B14B-4D4EF5403FEA}" type="pres">
      <dgm:prSet presAssocID="{02DA2C7D-0497-4591-BD01-20B3EE8EFC40}" presName="rootComposite" presStyleCnt="0"/>
      <dgm:spPr/>
    </dgm:pt>
    <dgm:pt modelId="{3A2E701C-E033-4A34-AF99-01B53D26A0FF}" type="pres">
      <dgm:prSet presAssocID="{02DA2C7D-0497-4591-BD01-20B3EE8EFC40}" presName="rootText" presStyleLbl="node3" presStyleIdx="5" presStyleCnt="13">
        <dgm:presLayoutVars>
          <dgm:chPref val="3"/>
        </dgm:presLayoutVars>
      </dgm:prSet>
      <dgm:spPr/>
    </dgm:pt>
    <dgm:pt modelId="{A324C43A-9366-4DF4-92FF-99E90593D18B}" type="pres">
      <dgm:prSet presAssocID="{02DA2C7D-0497-4591-BD01-20B3EE8EFC40}" presName="rootConnector" presStyleLbl="node3" presStyleIdx="5" presStyleCnt="13"/>
      <dgm:spPr/>
    </dgm:pt>
    <dgm:pt modelId="{D8094130-6D7C-4202-9947-08EF79A0135F}" type="pres">
      <dgm:prSet presAssocID="{02DA2C7D-0497-4591-BD01-20B3EE8EFC40}" presName="hierChild4" presStyleCnt="0"/>
      <dgm:spPr/>
    </dgm:pt>
    <dgm:pt modelId="{EDA42710-7600-44A4-84FE-58F847CE358A}" type="pres">
      <dgm:prSet presAssocID="{02DA2C7D-0497-4591-BD01-20B3EE8EFC40}" presName="hierChild5" presStyleCnt="0"/>
      <dgm:spPr/>
    </dgm:pt>
    <dgm:pt modelId="{A8A3B855-0262-44C6-9654-A9DDB5EF74BE}" type="pres">
      <dgm:prSet presAssocID="{43A5E7FC-4C72-4224-8014-2465B426FF07}" presName="Name37" presStyleLbl="parChTrans1D3" presStyleIdx="6" presStyleCnt="13"/>
      <dgm:spPr/>
    </dgm:pt>
    <dgm:pt modelId="{B5D54931-E3B5-4014-9075-12FC527F9793}" type="pres">
      <dgm:prSet presAssocID="{46256C28-C9CB-41A8-BF35-733740E88B93}" presName="hierRoot2" presStyleCnt="0">
        <dgm:presLayoutVars>
          <dgm:hierBranch val="init"/>
        </dgm:presLayoutVars>
      </dgm:prSet>
      <dgm:spPr/>
    </dgm:pt>
    <dgm:pt modelId="{477FE927-61A4-4217-B72F-4AF3EBE2C6EB}" type="pres">
      <dgm:prSet presAssocID="{46256C28-C9CB-41A8-BF35-733740E88B93}" presName="rootComposite" presStyleCnt="0"/>
      <dgm:spPr/>
    </dgm:pt>
    <dgm:pt modelId="{FE4D2B30-BBAC-4A6A-B4C4-E90CE0282F94}" type="pres">
      <dgm:prSet presAssocID="{46256C28-C9CB-41A8-BF35-733740E88B93}" presName="rootText" presStyleLbl="node3" presStyleIdx="6" presStyleCnt="13">
        <dgm:presLayoutVars>
          <dgm:chPref val="3"/>
        </dgm:presLayoutVars>
      </dgm:prSet>
      <dgm:spPr/>
    </dgm:pt>
    <dgm:pt modelId="{28494ED8-1140-44D9-A3F8-685A075D671F}" type="pres">
      <dgm:prSet presAssocID="{46256C28-C9CB-41A8-BF35-733740E88B93}" presName="rootConnector" presStyleLbl="node3" presStyleIdx="6" presStyleCnt="13"/>
      <dgm:spPr/>
    </dgm:pt>
    <dgm:pt modelId="{43ADEEE2-D661-410D-9036-260A15D1859F}" type="pres">
      <dgm:prSet presAssocID="{46256C28-C9CB-41A8-BF35-733740E88B93}" presName="hierChild4" presStyleCnt="0"/>
      <dgm:spPr/>
    </dgm:pt>
    <dgm:pt modelId="{72889702-E3FD-4EF7-A44B-BE904028B99A}" type="pres">
      <dgm:prSet presAssocID="{46256C28-C9CB-41A8-BF35-733740E88B93}" presName="hierChild5" presStyleCnt="0"/>
      <dgm:spPr/>
    </dgm:pt>
    <dgm:pt modelId="{183D3C9D-C95A-480A-9D70-978FF8CFB768}" type="pres">
      <dgm:prSet presAssocID="{200C859F-1BFC-433C-9C41-17B4B4DADB9F}" presName="Name37" presStyleLbl="parChTrans1D3" presStyleIdx="7" presStyleCnt="13"/>
      <dgm:spPr/>
    </dgm:pt>
    <dgm:pt modelId="{AE818A24-963A-452B-88CD-EB673B81E313}" type="pres">
      <dgm:prSet presAssocID="{9B0DAFC0-7CFE-444F-9289-B8549E5B9A98}" presName="hierRoot2" presStyleCnt="0">
        <dgm:presLayoutVars>
          <dgm:hierBranch val="init"/>
        </dgm:presLayoutVars>
      </dgm:prSet>
      <dgm:spPr/>
    </dgm:pt>
    <dgm:pt modelId="{70414775-02DF-4C80-84FF-5CF5DAC1D23B}" type="pres">
      <dgm:prSet presAssocID="{9B0DAFC0-7CFE-444F-9289-B8549E5B9A98}" presName="rootComposite" presStyleCnt="0"/>
      <dgm:spPr/>
    </dgm:pt>
    <dgm:pt modelId="{74AA9836-9DD6-43FD-A7C1-2DCC21A1DF2A}" type="pres">
      <dgm:prSet presAssocID="{9B0DAFC0-7CFE-444F-9289-B8549E5B9A98}" presName="rootText" presStyleLbl="node3" presStyleIdx="7" presStyleCnt="13">
        <dgm:presLayoutVars>
          <dgm:chPref val="3"/>
        </dgm:presLayoutVars>
      </dgm:prSet>
      <dgm:spPr/>
    </dgm:pt>
    <dgm:pt modelId="{0AF9C276-BF9F-4EDA-87BA-6B6B28D2D8CC}" type="pres">
      <dgm:prSet presAssocID="{9B0DAFC0-7CFE-444F-9289-B8549E5B9A98}" presName="rootConnector" presStyleLbl="node3" presStyleIdx="7" presStyleCnt="13"/>
      <dgm:spPr/>
    </dgm:pt>
    <dgm:pt modelId="{8C2B14BF-2D77-4CB4-85A2-FDAC4FC43632}" type="pres">
      <dgm:prSet presAssocID="{9B0DAFC0-7CFE-444F-9289-B8549E5B9A98}" presName="hierChild4" presStyleCnt="0"/>
      <dgm:spPr/>
    </dgm:pt>
    <dgm:pt modelId="{0EAF63E8-DACC-47E0-B60F-570D2863D69B}" type="pres">
      <dgm:prSet presAssocID="{9B0DAFC0-7CFE-444F-9289-B8549E5B9A98}" presName="hierChild5" presStyleCnt="0"/>
      <dgm:spPr/>
    </dgm:pt>
    <dgm:pt modelId="{C4F58071-D9AE-4814-9C27-B3A2795D43F1}" type="pres">
      <dgm:prSet presAssocID="{4D5E4442-47A2-40C5-B7D5-DC71A68ECC7B}" presName="hierChild5" presStyleCnt="0"/>
      <dgm:spPr/>
    </dgm:pt>
    <dgm:pt modelId="{7425AD47-453B-476C-9F88-F5D68935E64F}" type="pres">
      <dgm:prSet presAssocID="{FDD4012F-3300-452E-90C4-F9172C0855C9}" presName="Name37" presStyleLbl="parChTrans1D2" presStyleIdx="3" presStyleCnt="4"/>
      <dgm:spPr/>
    </dgm:pt>
    <dgm:pt modelId="{DAE603B1-FA96-46B2-8B4A-81A19A64AF59}" type="pres">
      <dgm:prSet presAssocID="{344AC47B-F19A-49EB-8753-57F3F89D8A26}" presName="hierRoot2" presStyleCnt="0">
        <dgm:presLayoutVars>
          <dgm:hierBranch val="init"/>
        </dgm:presLayoutVars>
      </dgm:prSet>
      <dgm:spPr/>
    </dgm:pt>
    <dgm:pt modelId="{B46895A0-C487-40B5-BC35-CDE6270AF2C1}" type="pres">
      <dgm:prSet presAssocID="{344AC47B-F19A-49EB-8753-57F3F89D8A26}" presName="rootComposite" presStyleCnt="0"/>
      <dgm:spPr/>
    </dgm:pt>
    <dgm:pt modelId="{82DF5911-A24C-4359-87F9-355B22341D2B}" type="pres">
      <dgm:prSet presAssocID="{344AC47B-F19A-49EB-8753-57F3F89D8A26}" presName="rootText" presStyleLbl="node2" presStyleIdx="3" presStyleCnt="4">
        <dgm:presLayoutVars>
          <dgm:chPref val="3"/>
        </dgm:presLayoutVars>
      </dgm:prSet>
      <dgm:spPr/>
    </dgm:pt>
    <dgm:pt modelId="{CB3E3258-8FD3-4CFF-87BE-A972C26C2FE4}" type="pres">
      <dgm:prSet presAssocID="{344AC47B-F19A-49EB-8753-57F3F89D8A26}" presName="rootConnector" presStyleLbl="node2" presStyleIdx="3" presStyleCnt="4"/>
      <dgm:spPr/>
    </dgm:pt>
    <dgm:pt modelId="{E9D918C0-80C7-4ACA-A8E8-045D7892A159}" type="pres">
      <dgm:prSet presAssocID="{344AC47B-F19A-49EB-8753-57F3F89D8A26}" presName="hierChild4" presStyleCnt="0"/>
      <dgm:spPr/>
    </dgm:pt>
    <dgm:pt modelId="{A4A7337E-3D93-467A-940F-E16F33EE4CAA}" type="pres">
      <dgm:prSet presAssocID="{C233D819-A5D1-47AC-ABAC-CC15C4DC8F73}" presName="Name37" presStyleLbl="parChTrans1D3" presStyleIdx="8" presStyleCnt="13"/>
      <dgm:spPr/>
    </dgm:pt>
    <dgm:pt modelId="{C729E788-33D9-41D7-B00D-BC9816D7E12D}" type="pres">
      <dgm:prSet presAssocID="{4E3B5417-FB93-4274-A996-120D74242C30}" presName="hierRoot2" presStyleCnt="0">
        <dgm:presLayoutVars>
          <dgm:hierBranch val="init"/>
        </dgm:presLayoutVars>
      </dgm:prSet>
      <dgm:spPr/>
    </dgm:pt>
    <dgm:pt modelId="{E3B8D987-F1D7-4073-A02D-98FCD796B5FE}" type="pres">
      <dgm:prSet presAssocID="{4E3B5417-FB93-4274-A996-120D74242C30}" presName="rootComposite" presStyleCnt="0"/>
      <dgm:spPr/>
    </dgm:pt>
    <dgm:pt modelId="{13C0E367-B545-4F51-894F-04922B2B8637}" type="pres">
      <dgm:prSet presAssocID="{4E3B5417-FB93-4274-A996-120D74242C30}" presName="rootText" presStyleLbl="node3" presStyleIdx="8" presStyleCnt="13">
        <dgm:presLayoutVars>
          <dgm:chPref val="3"/>
        </dgm:presLayoutVars>
      </dgm:prSet>
      <dgm:spPr/>
    </dgm:pt>
    <dgm:pt modelId="{8BE73E0B-A4FB-47EE-960C-D8CF511BF385}" type="pres">
      <dgm:prSet presAssocID="{4E3B5417-FB93-4274-A996-120D74242C30}" presName="rootConnector" presStyleLbl="node3" presStyleIdx="8" presStyleCnt="13"/>
      <dgm:spPr/>
    </dgm:pt>
    <dgm:pt modelId="{946FC788-1AE0-415A-AF88-323EFDB5F6BB}" type="pres">
      <dgm:prSet presAssocID="{4E3B5417-FB93-4274-A996-120D74242C30}" presName="hierChild4" presStyleCnt="0"/>
      <dgm:spPr/>
    </dgm:pt>
    <dgm:pt modelId="{BCBDEA61-4451-4C82-AF42-1103553C68D8}" type="pres">
      <dgm:prSet presAssocID="{4E3B5417-FB93-4274-A996-120D74242C30}" presName="hierChild5" presStyleCnt="0"/>
      <dgm:spPr/>
    </dgm:pt>
    <dgm:pt modelId="{E4E9D452-F1F1-4315-96B6-779F604057F4}" type="pres">
      <dgm:prSet presAssocID="{7AB41430-567F-487A-A7C1-9A8294478C92}" presName="Name37" presStyleLbl="parChTrans1D3" presStyleIdx="9" presStyleCnt="13"/>
      <dgm:spPr/>
    </dgm:pt>
    <dgm:pt modelId="{D903F508-8AB5-48C8-B087-A4455286612F}" type="pres">
      <dgm:prSet presAssocID="{052CAB89-042D-466A-8F6A-1D83C45C7363}" presName="hierRoot2" presStyleCnt="0">
        <dgm:presLayoutVars>
          <dgm:hierBranch val="init"/>
        </dgm:presLayoutVars>
      </dgm:prSet>
      <dgm:spPr/>
    </dgm:pt>
    <dgm:pt modelId="{5564651C-3138-4068-A78E-49680B67B851}" type="pres">
      <dgm:prSet presAssocID="{052CAB89-042D-466A-8F6A-1D83C45C7363}" presName="rootComposite" presStyleCnt="0"/>
      <dgm:spPr/>
    </dgm:pt>
    <dgm:pt modelId="{40A29997-807A-4B00-A8BE-483878FBB040}" type="pres">
      <dgm:prSet presAssocID="{052CAB89-042D-466A-8F6A-1D83C45C7363}" presName="rootText" presStyleLbl="node3" presStyleIdx="9" presStyleCnt="13">
        <dgm:presLayoutVars>
          <dgm:chPref val="3"/>
        </dgm:presLayoutVars>
      </dgm:prSet>
      <dgm:spPr/>
    </dgm:pt>
    <dgm:pt modelId="{50C8B33A-F850-4030-88B9-F5047E21678F}" type="pres">
      <dgm:prSet presAssocID="{052CAB89-042D-466A-8F6A-1D83C45C7363}" presName="rootConnector" presStyleLbl="node3" presStyleIdx="9" presStyleCnt="13"/>
      <dgm:spPr/>
    </dgm:pt>
    <dgm:pt modelId="{6D6814BF-DD12-45ED-B34E-ED6B7CFBB740}" type="pres">
      <dgm:prSet presAssocID="{052CAB89-042D-466A-8F6A-1D83C45C7363}" presName="hierChild4" presStyleCnt="0"/>
      <dgm:spPr/>
    </dgm:pt>
    <dgm:pt modelId="{B0475C83-FAF4-4FB5-98EF-7E9795AFE77C}" type="pres">
      <dgm:prSet presAssocID="{052CAB89-042D-466A-8F6A-1D83C45C7363}" presName="hierChild5" presStyleCnt="0"/>
      <dgm:spPr/>
    </dgm:pt>
    <dgm:pt modelId="{CEB901B9-276B-45B0-8C87-6549F0FA95C0}" type="pres">
      <dgm:prSet presAssocID="{1B3802A0-5D61-47A1-8D68-7016FE81A7DB}" presName="Name37" presStyleLbl="parChTrans1D3" presStyleIdx="10" presStyleCnt="13"/>
      <dgm:spPr/>
    </dgm:pt>
    <dgm:pt modelId="{32796F81-47FF-4A69-8588-9AFAD5D9893E}" type="pres">
      <dgm:prSet presAssocID="{C572E700-8EF4-4DF9-913F-73FECC3FAE17}" presName="hierRoot2" presStyleCnt="0">
        <dgm:presLayoutVars>
          <dgm:hierBranch val="init"/>
        </dgm:presLayoutVars>
      </dgm:prSet>
      <dgm:spPr/>
    </dgm:pt>
    <dgm:pt modelId="{38A28B95-8A54-482E-8034-C34F05A3B50F}" type="pres">
      <dgm:prSet presAssocID="{C572E700-8EF4-4DF9-913F-73FECC3FAE17}" presName="rootComposite" presStyleCnt="0"/>
      <dgm:spPr/>
    </dgm:pt>
    <dgm:pt modelId="{72B58B53-CB41-415B-A647-2FE149A7F0D7}" type="pres">
      <dgm:prSet presAssocID="{C572E700-8EF4-4DF9-913F-73FECC3FAE17}" presName="rootText" presStyleLbl="node3" presStyleIdx="10" presStyleCnt="13">
        <dgm:presLayoutVars>
          <dgm:chPref val="3"/>
        </dgm:presLayoutVars>
      </dgm:prSet>
      <dgm:spPr/>
    </dgm:pt>
    <dgm:pt modelId="{106FC601-80DB-4230-B480-9C197AED75FF}" type="pres">
      <dgm:prSet presAssocID="{C572E700-8EF4-4DF9-913F-73FECC3FAE17}" presName="rootConnector" presStyleLbl="node3" presStyleIdx="10" presStyleCnt="13"/>
      <dgm:spPr/>
    </dgm:pt>
    <dgm:pt modelId="{0C4FE26B-ECC1-4CB3-B710-718BED1F3C78}" type="pres">
      <dgm:prSet presAssocID="{C572E700-8EF4-4DF9-913F-73FECC3FAE17}" presName="hierChild4" presStyleCnt="0"/>
      <dgm:spPr/>
    </dgm:pt>
    <dgm:pt modelId="{5EF0928E-9F5B-49DF-81E4-F024CEAB67A6}" type="pres">
      <dgm:prSet presAssocID="{C572E700-8EF4-4DF9-913F-73FECC3FAE17}" presName="hierChild5" presStyleCnt="0"/>
      <dgm:spPr/>
    </dgm:pt>
    <dgm:pt modelId="{550D5841-0D30-4085-B945-6EB7CAB9F8B4}" type="pres">
      <dgm:prSet presAssocID="{A51D0305-3AE2-4EED-A911-F079CCDAEFFF}" presName="Name37" presStyleLbl="parChTrans1D3" presStyleIdx="11" presStyleCnt="13"/>
      <dgm:spPr/>
    </dgm:pt>
    <dgm:pt modelId="{13DC445F-B04E-4E79-BDB2-7944191F5230}" type="pres">
      <dgm:prSet presAssocID="{8F071B4B-73F0-4016-AB77-3225BDC19F8D}" presName="hierRoot2" presStyleCnt="0">
        <dgm:presLayoutVars>
          <dgm:hierBranch val="init"/>
        </dgm:presLayoutVars>
      </dgm:prSet>
      <dgm:spPr/>
    </dgm:pt>
    <dgm:pt modelId="{7AF3CEC9-0C8F-4996-942C-60E9D9759787}" type="pres">
      <dgm:prSet presAssocID="{8F071B4B-73F0-4016-AB77-3225BDC19F8D}" presName="rootComposite" presStyleCnt="0"/>
      <dgm:spPr/>
    </dgm:pt>
    <dgm:pt modelId="{2CA67120-1220-4198-9735-A68443336A2B}" type="pres">
      <dgm:prSet presAssocID="{8F071B4B-73F0-4016-AB77-3225BDC19F8D}" presName="rootText" presStyleLbl="node3" presStyleIdx="11" presStyleCnt="13">
        <dgm:presLayoutVars>
          <dgm:chPref val="3"/>
        </dgm:presLayoutVars>
      </dgm:prSet>
      <dgm:spPr/>
    </dgm:pt>
    <dgm:pt modelId="{CDE3E81B-D6EA-453D-A396-7F5F0B42FF8E}" type="pres">
      <dgm:prSet presAssocID="{8F071B4B-73F0-4016-AB77-3225BDC19F8D}" presName="rootConnector" presStyleLbl="node3" presStyleIdx="11" presStyleCnt="13"/>
      <dgm:spPr/>
    </dgm:pt>
    <dgm:pt modelId="{CA4114A6-05F9-4653-A21A-34AC31BD3581}" type="pres">
      <dgm:prSet presAssocID="{8F071B4B-73F0-4016-AB77-3225BDC19F8D}" presName="hierChild4" presStyleCnt="0"/>
      <dgm:spPr/>
    </dgm:pt>
    <dgm:pt modelId="{F8F6DB99-00F1-4899-91A1-4839953E54E9}" type="pres">
      <dgm:prSet presAssocID="{8F071B4B-73F0-4016-AB77-3225BDC19F8D}" presName="hierChild5" presStyleCnt="0"/>
      <dgm:spPr/>
    </dgm:pt>
    <dgm:pt modelId="{CA7B1615-B2F9-40D8-BEA2-2D47CBA01C38}" type="pres">
      <dgm:prSet presAssocID="{676F3E26-9A24-4AC0-A95A-4C3BEE2A9E40}" presName="Name37" presStyleLbl="parChTrans1D3" presStyleIdx="12" presStyleCnt="13"/>
      <dgm:spPr/>
    </dgm:pt>
    <dgm:pt modelId="{5FE94555-6294-4CE2-AFB9-D606E8CEF44C}" type="pres">
      <dgm:prSet presAssocID="{F5CB38AA-E74C-4157-AC93-7E708707D931}" presName="hierRoot2" presStyleCnt="0">
        <dgm:presLayoutVars>
          <dgm:hierBranch val="init"/>
        </dgm:presLayoutVars>
      </dgm:prSet>
      <dgm:spPr/>
    </dgm:pt>
    <dgm:pt modelId="{404F7A7C-9B9D-4AF1-872C-CBAFE095C89B}" type="pres">
      <dgm:prSet presAssocID="{F5CB38AA-E74C-4157-AC93-7E708707D931}" presName="rootComposite" presStyleCnt="0"/>
      <dgm:spPr/>
    </dgm:pt>
    <dgm:pt modelId="{1E000801-3B29-476A-AD6C-B9A76A71CEC2}" type="pres">
      <dgm:prSet presAssocID="{F5CB38AA-E74C-4157-AC93-7E708707D931}" presName="rootText" presStyleLbl="node3" presStyleIdx="12" presStyleCnt="13">
        <dgm:presLayoutVars>
          <dgm:chPref val="3"/>
        </dgm:presLayoutVars>
      </dgm:prSet>
      <dgm:spPr/>
    </dgm:pt>
    <dgm:pt modelId="{B62EF257-F7DE-45DC-9ACE-E903A2C25A4D}" type="pres">
      <dgm:prSet presAssocID="{F5CB38AA-E74C-4157-AC93-7E708707D931}" presName="rootConnector" presStyleLbl="node3" presStyleIdx="12" presStyleCnt="13"/>
      <dgm:spPr/>
    </dgm:pt>
    <dgm:pt modelId="{990DDFA9-FD32-4E86-8DEF-3A2C06E70BB5}" type="pres">
      <dgm:prSet presAssocID="{F5CB38AA-E74C-4157-AC93-7E708707D931}" presName="hierChild4" presStyleCnt="0"/>
      <dgm:spPr/>
    </dgm:pt>
    <dgm:pt modelId="{AAE2DDFC-D70C-4D05-9E6E-20997BB8115A}" type="pres">
      <dgm:prSet presAssocID="{F5CB38AA-E74C-4157-AC93-7E708707D931}" presName="hierChild5" presStyleCnt="0"/>
      <dgm:spPr/>
    </dgm:pt>
    <dgm:pt modelId="{39512838-B1EA-4A50-B067-26D91E863D65}" type="pres">
      <dgm:prSet presAssocID="{344AC47B-F19A-49EB-8753-57F3F89D8A26}" presName="hierChild5" presStyleCnt="0"/>
      <dgm:spPr/>
    </dgm:pt>
    <dgm:pt modelId="{19C0716C-471B-4B6B-A508-B5AF3A4D3984}" type="pres">
      <dgm:prSet presAssocID="{14A490AD-EAC9-4265-A082-B06CBE8D5B7A}" presName="hierChild3" presStyleCnt="0"/>
      <dgm:spPr/>
    </dgm:pt>
  </dgm:ptLst>
  <dgm:cxnLst>
    <dgm:cxn modelId="{311FA600-7F4C-412C-A5B6-10490A7D113A}" type="presOf" srcId="{43A5E7FC-4C72-4224-8014-2465B426FF07}" destId="{A8A3B855-0262-44C6-9654-A9DDB5EF74BE}" srcOrd="0" destOrd="0" presId="urn:microsoft.com/office/officeart/2005/8/layout/orgChart1"/>
    <dgm:cxn modelId="{86000E04-6ABF-4E2B-B175-7D0F164D1199}" type="presOf" srcId="{4E3B5417-FB93-4274-A996-120D74242C30}" destId="{8BE73E0B-A4FB-47EE-960C-D8CF511BF385}" srcOrd="1" destOrd="0" presId="urn:microsoft.com/office/officeart/2005/8/layout/orgChart1"/>
    <dgm:cxn modelId="{AB554005-AE9A-4834-A28D-2CC4A07E2F35}" srcId="{8B7F4867-F667-45CA-BF46-F4B38A5F5CB7}" destId="{14A490AD-EAC9-4265-A082-B06CBE8D5B7A}" srcOrd="0" destOrd="0" parTransId="{61A03EE2-45D5-47E6-B378-C8C1F95387A4}" sibTransId="{6CF04E8D-5A62-4E9E-894C-B83A31124519}"/>
    <dgm:cxn modelId="{0A6AC606-D0E0-4519-A8AA-53700CC3433B}" srcId="{14A490AD-EAC9-4265-A082-B06CBE8D5B7A}" destId="{DDF19E7E-54D4-4552-8634-5AEEF20368D0}" srcOrd="1" destOrd="0" parTransId="{6DFB4201-AEB6-4B34-843A-8FE39F53190C}" sibTransId="{9D53E30B-5A6A-4C8B-8CF5-F3D460E216D3}"/>
    <dgm:cxn modelId="{80E25108-0739-4EA4-862F-9DFC916A9929}" srcId="{6DA30D85-4254-486C-8FDF-7FCA01017998}" destId="{0CD2A161-39D5-4E04-8E57-A79DD65DE24E}" srcOrd="1" destOrd="0" parTransId="{C6F487D9-52CD-4DB0-B09D-6BF73AC5F84A}" sibTransId="{B03295AA-53BA-4CD5-BE83-01469F4BF9D4}"/>
    <dgm:cxn modelId="{6448260B-72E7-420A-96A8-DB874CB19479}" type="presOf" srcId="{0CD2A161-39D5-4E04-8E57-A79DD65DE24E}" destId="{0CC6CC8F-82FE-42BF-B8D2-A2A5189F85E3}" srcOrd="0" destOrd="0" presId="urn:microsoft.com/office/officeart/2005/8/layout/orgChart1"/>
    <dgm:cxn modelId="{0620960F-1F98-458D-B37F-02442B018A6B}" type="presOf" srcId="{1B3802A0-5D61-47A1-8D68-7016FE81A7DB}" destId="{CEB901B9-276B-45B0-8C87-6549F0FA95C0}" srcOrd="0" destOrd="0" presId="urn:microsoft.com/office/officeart/2005/8/layout/orgChart1"/>
    <dgm:cxn modelId="{6A7EC319-9CE6-4909-823D-72484D083780}" type="presOf" srcId="{344AC47B-F19A-49EB-8753-57F3F89D8A26}" destId="{82DF5911-A24C-4359-87F9-355B22341D2B}" srcOrd="0" destOrd="0" presId="urn:microsoft.com/office/officeart/2005/8/layout/orgChart1"/>
    <dgm:cxn modelId="{1A42F71E-D0AC-4CAA-81A4-2FE01B521737}" type="presOf" srcId="{344AC47B-F19A-49EB-8753-57F3F89D8A26}" destId="{CB3E3258-8FD3-4CFF-87BE-A972C26C2FE4}" srcOrd="1" destOrd="0" presId="urn:microsoft.com/office/officeart/2005/8/layout/orgChart1"/>
    <dgm:cxn modelId="{90011928-C60D-451E-93D7-96057FFBDE58}" type="presOf" srcId="{48C1CF04-9D3D-4F79-9C1B-59A5B1A00878}" destId="{79F7F481-E233-436B-AA6C-1E0171036E0B}" srcOrd="0" destOrd="0" presId="urn:microsoft.com/office/officeart/2005/8/layout/orgChart1"/>
    <dgm:cxn modelId="{E2055F2B-BDDC-45F8-801F-EB1584E2C6E8}" type="presOf" srcId="{A51D0305-3AE2-4EED-A911-F079CCDAEFFF}" destId="{550D5841-0D30-4085-B945-6EB7CAB9F8B4}" srcOrd="0" destOrd="0" presId="urn:microsoft.com/office/officeart/2005/8/layout/orgChart1"/>
    <dgm:cxn modelId="{CA029631-EB41-44A0-95F8-29F34F757CF0}" type="presOf" srcId="{8F071B4B-73F0-4016-AB77-3225BDC19F8D}" destId="{CDE3E81B-D6EA-453D-A396-7F5F0B42FF8E}" srcOrd="1" destOrd="0" presId="urn:microsoft.com/office/officeart/2005/8/layout/orgChart1"/>
    <dgm:cxn modelId="{12DD4032-9A0B-4A1B-B297-FE684A900D87}" type="presOf" srcId="{C6F487D9-52CD-4DB0-B09D-6BF73AC5F84A}" destId="{EC6F7601-862D-4D2F-AB77-81FE0E30AD0B}" srcOrd="0" destOrd="0" presId="urn:microsoft.com/office/officeart/2005/8/layout/orgChart1"/>
    <dgm:cxn modelId="{3E37913B-2F77-4495-8833-CBA9B56D6B04}" type="presOf" srcId="{CB98FC8B-7439-47B3-8692-19E989CEC71A}" destId="{0BDDD7CE-EC61-409A-9B41-7FDB6C662033}" srcOrd="0" destOrd="0" presId="urn:microsoft.com/office/officeart/2005/8/layout/orgChart1"/>
    <dgm:cxn modelId="{29749E5F-6604-4221-9308-553B86D23FE1}" type="presOf" srcId="{14A490AD-EAC9-4265-A082-B06CBE8D5B7A}" destId="{D5C13B77-0BB6-4FC2-AAB6-D282E34BF0B6}" srcOrd="1" destOrd="0" presId="urn:microsoft.com/office/officeart/2005/8/layout/orgChart1"/>
    <dgm:cxn modelId="{51DF3761-F756-4FE0-B48D-3E72E87516B8}" type="presOf" srcId="{A5DA880B-9907-49E0-A922-F5F79E4364CC}" destId="{4834F415-8BBF-43FA-A790-58E29BF7B861}" srcOrd="0" destOrd="0" presId="urn:microsoft.com/office/officeart/2005/8/layout/orgChart1"/>
    <dgm:cxn modelId="{2EFEBA41-FC59-4349-9708-FF6981157E96}" type="presOf" srcId="{A5DA880B-9907-49E0-A922-F5F79E4364CC}" destId="{19F996AF-A09E-4879-80E6-6220A60983A6}" srcOrd="1" destOrd="0" presId="urn:microsoft.com/office/officeart/2005/8/layout/orgChart1"/>
    <dgm:cxn modelId="{EEA5C941-97EF-452D-9716-CB526372F19E}" type="presOf" srcId="{4D5E4442-47A2-40C5-B7D5-DC71A68ECC7B}" destId="{D1784F8E-C9C9-4F68-8867-4A9DFA5CF7A1}" srcOrd="1" destOrd="0" presId="urn:microsoft.com/office/officeart/2005/8/layout/orgChart1"/>
    <dgm:cxn modelId="{E090CE61-F326-401B-9A28-A08091FB1FE2}" srcId="{4D5E4442-47A2-40C5-B7D5-DC71A68ECC7B}" destId="{9B0DAFC0-7CFE-444F-9289-B8549E5B9A98}" srcOrd="2" destOrd="0" parTransId="{200C859F-1BFC-433C-9C41-17B4B4DADB9F}" sibTransId="{7860080B-F594-4999-B841-58B9A9E45A90}"/>
    <dgm:cxn modelId="{D9402F42-3DFE-4EAB-9BDA-2356384CD661}" srcId="{14A490AD-EAC9-4265-A082-B06CBE8D5B7A}" destId="{344AC47B-F19A-49EB-8753-57F3F89D8A26}" srcOrd="3" destOrd="0" parTransId="{FDD4012F-3300-452E-90C4-F9172C0855C9}" sibTransId="{471C1F3C-2615-4AB4-89AE-3F6404FD6B90}"/>
    <dgm:cxn modelId="{96C94544-C6EC-4FC5-B220-138A1EAEE309}" type="presOf" srcId="{02DA2C7D-0497-4591-BD01-20B3EE8EFC40}" destId="{A324C43A-9366-4DF4-92FF-99E90593D18B}" srcOrd="1" destOrd="0" presId="urn:microsoft.com/office/officeart/2005/8/layout/orgChart1"/>
    <dgm:cxn modelId="{20E9406A-193E-40E1-8F93-271330C85033}" srcId="{14A490AD-EAC9-4265-A082-B06CBE8D5B7A}" destId="{4D5E4442-47A2-40C5-B7D5-DC71A68ECC7B}" srcOrd="2" destOrd="0" parTransId="{871AAE89-B565-4CED-B8FC-8B0C80CCE8D1}" sibTransId="{C05213C8-F97B-4512-850E-5C9DED290775}"/>
    <dgm:cxn modelId="{D26F4A6B-78FA-49F4-A313-59F351641AA8}" type="presOf" srcId="{F5CB38AA-E74C-4157-AC93-7E708707D931}" destId="{1E000801-3B29-476A-AD6C-B9A76A71CEC2}" srcOrd="0" destOrd="0" presId="urn:microsoft.com/office/officeart/2005/8/layout/orgChart1"/>
    <dgm:cxn modelId="{69B3FA6D-8A7D-4FD3-9A22-EE4D7095D32A}" type="presOf" srcId="{69DC8958-E07D-4A17-A0EA-0C16C490EA6C}" destId="{65FCC04B-E500-45F5-ADED-A93FF0F4DDD3}" srcOrd="0" destOrd="0" presId="urn:microsoft.com/office/officeart/2005/8/layout/orgChart1"/>
    <dgm:cxn modelId="{EF684B4E-EE9C-4DA8-AB68-6C84816A8C49}" type="presOf" srcId="{7AB41430-567F-487A-A7C1-9A8294478C92}" destId="{E4E9D452-F1F1-4315-96B6-779F604057F4}" srcOrd="0" destOrd="0" presId="urn:microsoft.com/office/officeart/2005/8/layout/orgChart1"/>
    <dgm:cxn modelId="{B1AAF072-B3B3-4017-BAAC-787591871692}" srcId="{344AC47B-F19A-49EB-8753-57F3F89D8A26}" destId="{F5CB38AA-E74C-4157-AC93-7E708707D931}" srcOrd="4" destOrd="0" parTransId="{676F3E26-9A24-4AC0-A95A-4C3BEE2A9E40}" sibTransId="{D976C0CB-1D6B-4FAE-AC88-9C4094BA7B63}"/>
    <dgm:cxn modelId="{139B4553-07FD-4BDC-A287-38AB90C28520}" srcId="{DDF19E7E-54D4-4552-8634-5AEEF20368D0}" destId="{A5DA880B-9907-49E0-A922-F5F79E4364CC}" srcOrd="0" destOrd="0" parTransId="{69DC8958-E07D-4A17-A0EA-0C16C490EA6C}" sibTransId="{9DF9B2F0-E8F8-4E6C-91A3-9164D6CDDB84}"/>
    <dgm:cxn modelId="{C4BC9873-4225-48D8-AA0C-F4CCA59D414B}" type="presOf" srcId="{46256C28-C9CB-41A8-BF35-733740E88B93}" destId="{FE4D2B30-BBAC-4A6A-B4C4-E90CE0282F94}" srcOrd="0" destOrd="0" presId="urn:microsoft.com/office/officeart/2005/8/layout/orgChart1"/>
    <dgm:cxn modelId="{375C2855-6F63-4F5A-81DF-678A6804DBEC}" type="presOf" srcId="{DDF19E7E-54D4-4552-8634-5AEEF20368D0}" destId="{95C6B09A-8D86-4515-BE13-A5CCCB8B78F4}" srcOrd="1" destOrd="0" presId="urn:microsoft.com/office/officeart/2005/8/layout/orgChart1"/>
    <dgm:cxn modelId="{5AEE1D58-4D1C-4B5D-BA43-FF3FFA47AA63}" type="presOf" srcId="{4D5E4442-47A2-40C5-B7D5-DC71A68ECC7B}" destId="{74DE35ED-0216-49AF-B24D-642D2C39E60C}" srcOrd="0" destOrd="0" presId="urn:microsoft.com/office/officeart/2005/8/layout/orgChart1"/>
    <dgm:cxn modelId="{A0B4A978-193B-4CDC-98E0-690DE96DB852}" type="presOf" srcId="{02DA2C7D-0497-4591-BD01-20B3EE8EFC40}" destId="{3A2E701C-E033-4A34-AF99-01B53D26A0FF}" srcOrd="0" destOrd="0" presId="urn:microsoft.com/office/officeart/2005/8/layout/orgChart1"/>
    <dgm:cxn modelId="{FFDB8579-F865-4011-9E03-A0D53806EABB}" type="presOf" srcId="{823B1BD0-5F25-4899-8335-549983A8444D}" destId="{9295DA19-BBF5-479F-B2C0-1DB04B2B9848}" srcOrd="0" destOrd="0" presId="urn:microsoft.com/office/officeart/2005/8/layout/orgChart1"/>
    <dgm:cxn modelId="{B2B53A5A-B7BE-4E05-B42A-2F0F257E10F2}" type="presOf" srcId="{8B7F4867-F667-45CA-BF46-F4B38A5F5CB7}" destId="{F5CCAF28-A59C-41B1-8695-0B27913A71A8}" srcOrd="0" destOrd="0" presId="urn:microsoft.com/office/officeart/2005/8/layout/orgChart1"/>
    <dgm:cxn modelId="{12CB0583-C7D8-45FF-887A-2EA2F9524F25}" type="presOf" srcId="{2EE93EB0-7FC2-497C-BAA2-6A77F759D2B0}" destId="{EEB39CC0-F53E-473B-99C9-E80A3E6FB674}" srcOrd="0" destOrd="0" presId="urn:microsoft.com/office/officeart/2005/8/layout/orgChart1"/>
    <dgm:cxn modelId="{A2F79388-1A87-4C4C-AA2A-FD4553F6CB97}" type="presOf" srcId="{03D2E960-C4F4-4585-90C4-BF1CA64F7294}" destId="{B5F3902B-B9C8-4FF3-B039-F12A920E0162}" srcOrd="1" destOrd="0" presId="urn:microsoft.com/office/officeart/2005/8/layout/orgChart1"/>
    <dgm:cxn modelId="{7726798B-2C05-4DBF-AFEE-5DEBDB09327A}" type="presOf" srcId="{0CD2A161-39D5-4E04-8E57-A79DD65DE24E}" destId="{28489CF3-2E1A-494C-95A5-34DF93D3B4D4}" srcOrd="1" destOrd="0" presId="urn:microsoft.com/office/officeart/2005/8/layout/orgChart1"/>
    <dgm:cxn modelId="{5C52EA8C-6308-486B-95CE-12CBFF978461}" type="presOf" srcId="{03D2E960-C4F4-4585-90C4-BF1CA64F7294}" destId="{BE5EA851-E985-4E20-9925-D34F27235BF0}" srcOrd="0" destOrd="0" presId="urn:microsoft.com/office/officeart/2005/8/layout/orgChart1"/>
    <dgm:cxn modelId="{C4989894-F398-425A-9DBB-D2EBF3AE9AAB}" type="presOf" srcId="{FDD4012F-3300-452E-90C4-F9172C0855C9}" destId="{7425AD47-453B-476C-9F88-F5D68935E64F}" srcOrd="0" destOrd="0" presId="urn:microsoft.com/office/officeart/2005/8/layout/orgChart1"/>
    <dgm:cxn modelId="{27E03B9A-3AF5-45E7-AFAE-44CA7238EC6C}" type="presOf" srcId="{6DFB4201-AEB6-4B34-843A-8FE39F53190C}" destId="{B885F0EB-D990-4713-8E48-C3543CE2BA83}" srcOrd="0" destOrd="0" presId="urn:microsoft.com/office/officeart/2005/8/layout/orgChart1"/>
    <dgm:cxn modelId="{E93B399C-638C-43C9-A6C8-A9190A7F3957}" type="presOf" srcId="{8F071B4B-73F0-4016-AB77-3225BDC19F8D}" destId="{2CA67120-1220-4198-9735-A68443336A2B}" srcOrd="0" destOrd="0" presId="urn:microsoft.com/office/officeart/2005/8/layout/orgChart1"/>
    <dgm:cxn modelId="{7E8B169F-AF80-47B3-9946-23C8DB62624E}" srcId="{DDF19E7E-54D4-4552-8634-5AEEF20368D0}" destId="{03D2E960-C4F4-4585-90C4-BF1CA64F7294}" srcOrd="1" destOrd="0" parTransId="{88D7FF98-2BCA-46BD-8108-3A6509BE73D1}" sibTransId="{F16EB171-093F-4693-81D9-0EB24DB6F521}"/>
    <dgm:cxn modelId="{411C68A1-7812-4D18-B89E-2C00E65F63B0}" type="presOf" srcId="{88D7FF98-2BCA-46BD-8108-3A6509BE73D1}" destId="{65602863-BBF0-4BA7-BDD5-6353E46E758D}" srcOrd="0" destOrd="0" presId="urn:microsoft.com/office/officeart/2005/8/layout/orgChart1"/>
    <dgm:cxn modelId="{68CF8FAD-6E4B-4F22-A962-265FFB5F3EAE}" type="presOf" srcId="{46256C28-C9CB-41A8-BF35-733740E88B93}" destId="{28494ED8-1140-44D9-A3F8-685A075D671F}" srcOrd="1" destOrd="0" presId="urn:microsoft.com/office/officeart/2005/8/layout/orgChart1"/>
    <dgm:cxn modelId="{787C94B2-F8BF-4B2C-9993-A0AD2983AB80}" type="presOf" srcId="{9B0DAFC0-7CFE-444F-9289-B8549E5B9A98}" destId="{0AF9C276-BF9F-4EDA-87BA-6B6B28D2D8CC}" srcOrd="1" destOrd="0" presId="urn:microsoft.com/office/officeart/2005/8/layout/orgChart1"/>
    <dgm:cxn modelId="{6BEEE9B2-214B-460E-BB98-737246ED178A}" type="presOf" srcId="{0CCA2994-541F-4AA8-913A-48E3282583DF}" destId="{A7F3E226-DB36-4887-8116-1AF6A1269680}" srcOrd="0" destOrd="0" presId="urn:microsoft.com/office/officeart/2005/8/layout/orgChart1"/>
    <dgm:cxn modelId="{9598FCB2-C4A8-41CA-8196-60ABDAB0E2C8}" srcId="{344AC47B-F19A-49EB-8753-57F3F89D8A26}" destId="{C572E700-8EF4-4DF9-913F-73FECC3FAE17}" srcOrd="2" destOrd="0" parTransId="{1B3802A0-5D61-47A1-8D68-7016FE81A7DB}" sibTransId="{3C041234-6150-426B-BFBF-CF05A4B7C1CD}"/>
    <dgm:cxn modelId="{ACBAAAB5-38FC-4EF5-A5D6-67197053EBCF}" srcId="{4D5E4442-47A2-40C5-B7D5-DC71A68ECC7B}" destId="{02DA2C7D-0497-4591-BD01-20B3EE8EFC40}" srcOrd="0" destOrd="0" parTransId="{823B1BD0-5F25-4899-8335-549983A8444D}" sibTransId="{A9BAF938-53D2-4B03-93CE-D6635E91E4B5}"/>
    <dgm:cxn modelId="{D8E4FDB6-941E-4B40-8B0C-CF0A7252ADDE}" type="presOf" srcId="{676F3E26-9A24-4AC0-A95A-4C3BEE2A9E40}" destId="{CA7B1615-B2F9-40D8-BEA2-2D47CBA01C38}" srcOrd="0" destOrd="0" presId="urn:microsoft.com/office/officeart/2005/8/layout/orgChart1"/>
    <dgm:cxn modelId="{830525B7-422E-423D-9BC9-9CE35D1329F7}" type="presOf" srcId="{200C859F-1BFC-433C-9C41-17B4B4DADB9F}" destId="{183D3C9D-C95A-480A-9D70-978FF8CFB768}" srcOrd="0" destOrd="0" presId="urn:microsoft.com/office/officeart/2005/8/layout/orgChart1"/>
    <dgm:cxn modelId="{90C310B9-6D2F-410F-87BC-6E2082AA0E4E}" type="presOf" srcId="{C233D819-A5D1-47AC-ABAC-CC15C4DC8F73}" destId="{A4A7337E-3D93-467A-940F-E16F33EE4CAA}" srcOrd="0" destOrd="0" presId="urn:microsoft.com/office/officeart/2005/8/layout/orgChart1"/>
    <dgm:cxn modelId="{4FD923BA-FEBD-4E6B-B951-AA1C508832FB}" type="presOf" srcId="{F5CB38AA-E74C-4157-AC93-7E708707D931}" destId="{B62EF257-F7DE-45DC-9ACE-E903A2C25A4D}" srcOrd="1" destOrd="0" presId="urn:microsoft.com/office/officeart/2005/8/layout/orgChart1"/>
    <dgm:cxn modelId="{EBF291C0-062D-4706-AEC9-6E299B58D537}" type="presOf" srcId="{9B0DAFC0-7CFE-444F-9289-B8549E5B9A98}" destId="{74AA9836-9DD6-43FD-A7C1-2DCC21A1DF2A}" srcOrd="0" destOrd="0" presId="urn:microsoft.com/office/officeart/2005/8/layout/orgChart1"/>
    <dgm:cxn modelId="{16A03ECA-3A3A-488A-9C1A-7B8570C17C39}" srcId="{14A490AD-EAC9-4265-A082-B06CBE8D5B7A}" destId="{6DA30D85-4254-486C-8FDF-7FCA01017998}" srcOrd="0" destOrd="0" parTransId="{48C1CF04-9D3D-4F79-9C1B-59A5B1A00878}" sibTransId="{1C6309A2-C3D8-429D-8BD5-78170C6CF276}"/>
    <dgm:cxn modelId="{3DD138CB-E90F-45CB-86BD-B1F8159DBF3A}" type="presOf" srcId="{6DA30D85-4254-486C-8FDF-7FCA01017998}" destId="{3B950254-F6AE-44E7-8784-EE9AA8433ED4}" srcOrd="1" destOrd="0" presId="urn:microsoft.com/office/officeart/2005/8/layout/orgChart1"/>
    <dgm:cxn modelId="{36B9BDCB-1DC0-4F79-9DEE-1CC9DED9DDE6}" type="presOf" srcId="{97A34220-D166-4AF2-B0E2-6F2A4C83DD6D}" destId="{6BCB11C1-F086-4537-B965-482D13FC0914}" srcOrd="1" destOrd="0" presId="urn:microsoft.com/office/officeart/2005/8/layout/orgChart1"/>
    <dgm:cxn modelId="{B1BD57CD-82C6-43F8-9535-0826B325ADEE}" type="presOf" srcId="{C572E700-8EF4-4DF9-913F-73FECC3FAE17}" destId="{106FC601-80DB-4230-B480-9C197AED75FF}" srcOrd="1" destOrd="0" presId="urn:microsoft.com/office/officeart/2005/8/layout/orgChart1"/>
    <dgm:cxn modelId="{A710F4D1-31A6-4B4F-B3B9-53ED2FF4B7D3}" type="presOf" srcId="{97A34220-D166-4AF2-B0E2-6F2A4C83DD6D}" destId="{8136100B-F4B1-4ED3-9874-7EDFFFDC2D32}" srcOrd="0" destOrd="0" presId="urn:microsoft.com/office/officeart/2005/8/layout/orgChart1"/>
    <dgm:cxn modelId="{5E4023D2-A748-474D-B95E-467395AF7445}" type="presOf" srcId="{871AAE89-B565-4CED-B8FC-8B0C80CCE8D1}" destId="{84DE6BC0-B2D5-4635-941C-DF52473DD8FA}" srcOrd="0" destOrd="0" presId="urn:microsoft.com/office/officeart/2005/8/layout/orgChart1"/>
    <dgm:cxn modelId="{5A8F5AD4-A2D7-4138-AA23-2EF27972910A}" type="presOf" srcId="{14A490AD-EAC9-4265-A082-B06CBE8D5B7A}" destId="{ECBE78D9-574F-4577-9DCA-C4FFE1A6D957}" srcOrd="0" destOrd="0" presId="urn:microsoft.com/office/officeart/2005/8/layout/orgChart1"/>
    <dgm:cxn modelId="{440D86D7-DA16-4CD6-AE25-B5849749A6D3}" type="presOf" srcId="{0CCA2994-541F-4AA8-913A-48E3282583DF}" destId="{1E0CC0B1-E0F8-4764-BC86-9111ACE5E305}" srcOrd="1" destOrd="0" presId="urn:microsoft.com/office/officeart/2005/8/layout/orgChart1"/>
    <dgm:cxn modelId="{1AC2D6D8-1A50-4A9A-BD46-067EB16D05DB}" type="presOf" srcId="{6DA30D85-4254-486C-8FDF-7FCA01017998}" destId="{3F01E5FA-0B39-4E1B-9818-2C2229B5E6B6}" srcOrd="0" destOrd="0" presId="urn:microsoft.com/office/officeart/2005/8/layout/orgChart1"/>
    <dgm:cxn modelId="{E4A3D3D9-F4BA-457B-B335-454A02130D5A}" type="presOf" srcId="{052CAB89-042D-466A-8F6A-1D83C45C7363}" destId="{40A29997-807A-4B00-A8BE-483878FBB040}" srcOrd="0" destOrd="0" presId="urn:microsoft.com/office/officeart/2005/8/layout/orgChart1"/>
    <dgm:cxn modelId="{81D371DB-8A55-44D3-88C7-A3119E486CE8}" srcId="{4D5E4442-47A2-40C5-B7D5-DC71A68ECC7B}" destId="{46256C28-C9CB-41A8-BF35-733740E88B93}" srcOrd="1" destOrd="0" parTransId="{43A5E7FC-4C72-4224-8014-2465B426FF07}" sibTransId="{ED868CB6-113F-40A6-9287-BA6BFE0167C5}"/>
    <dgm:cxn modelId="{238C07DC-F9FD-425E-AD8E-DBA9B3FCDB6A}" srcId="{344AC47B-F19A-49EB-8753-57F3F89D8A26}" destId="{8F071B4B-73F0-4016-AB77-3225BDC19F8D}" srcOrd="3" destOrd="0" parTransId="{A51D0305-3AE2-4EED-A911-F079CCDAEFFF}" sibTransId="{F9CACD84-2BE7-4F9B-A2DF-41A1B540D411}"/>
    <dgm:cxn modelId="{D5CB26DD-69F3-4B04-9B85-31164F3A5344}" type="presOf" srcId="{052CAB89-042D-466A-8F6A-1D83C45C7363}" destId="{50C8B33A-F850-4030-88B9-F5047E21678F}" srcOrd="1" destOrd="0" presId="urn:microsoft.com/office/officeart/2005/8/layout/orgChart1"/>
    <dgm:cxn modelId="{68E0A4DF-0EC4-456E-BC79-C70C85410938}" type="presOf" srcId="{DDF19E7E-54D4-4552-8634-5AEEF20368D0}" destId="{DF025632-6EB3-43A0-A586-3B646FC89CAE}" srcOrd="0" destOrd="0" presId="urn:microsoft.com/office/officeart/2005/8/layout/orgChart1"/>
    <dgm:cxn modelId="{B9C342E1-06DE-4981-9A23-BF8473D22249}" type="presOf" srcId="{C572E700-8EF4-4DF9-913F-73FECC3FAE17}" destId="{72B58B53-CB41-415B-A647-2FE149A7F0D7}" srcOrd="0" destOrd="0" presId="urn:microsoft.com/office/officeart/2005/8/layout/orgChart1"/>
    <dgm:cxn modelId="{7CC752E4-C4B1-465B-A4E1-1BCA4F3DE3E0}" srcId="{344AC47B-F19A-49EB-8753-57F3F89D8A26}" destId="{4E3B5417-FB93-4274-A996-120D74242C30}" srcOrd="0" destOrd="0" parTransId="{C233D819-A5D1-47AC-ABAC-CC15C4DC8F73}" sibTransId="{6D9D2224-93FF-42F9-8962-1AEEEF97C9FB}"/>
    <dgm:cxn modelId="{216D1DE6-D064-45F4-BB17-E1CFB7C02B44}" srcId="{6DA30D85-4254-486C-8FDF-7FCA01017998}" destId="{97A34220-D166-4AF2-B0E2-6F2A4C83DD6D}" srcOrd="2" destOrd="0" parTransId="{2EE93EB0-7FC2-497C-BAA2-6A77F759D2B0}" sibTransId="{A22D1BDC-AC5F-411D-88F0-400FEE490F97}"/>
    <dgm:cxn modelId="{445F4EE9-C86F-4768-804D-C280049139B6}" type="presOf" srcId="{4E3B5417-FB93-4274-A996-120D74242C30}" destId="{13C0E367-B545-4F51-894F-04922B2B8637}" srcOrd="0" destOrd="0" presId="urn:microsoft.com/office/officeart/2005/8/layout/orgChart1"/>
    <dgm:cxn modelId="{82927BFC-6A42-4769-AAC1-249E9B79FF84}" srcId="{344AC47B-F19A-49EB-8753-57F3F89D8A26}" destId="{052CAB89-042D-466A-8F6A-1D83C45C7363}" srcOrd="1" destOrd="0" parTransId="{7AB41430-567F-487A-A7C1-9A8294478C92}" sibTransId="{C314B06D-4F0C-40E4-A845-239699FDA7F4}"/>
    <dgm:cxn modelId="{660030FF-A8D0-40E7-8DF1-2EC5B06DE307}" srcId="{6DA30D85-4254-486C-8FDF-7FCA01017998}" destId="{0CCA2994-541F-4AA8-913A-48E3282583DF}" srcOrd="0" destOrd="0" parTransId="{CB98FC8B-7439-47B3-8692-19E989CEC71A}" sibTransId="{F6275F3D-6BE1-4854-87B1-8A2002F9B043}"/>
    <dgm:cxn modelId="{B1C865F1-4B70-409B-B205-07F7E8F1A725}" type="presParOf" srcId="{F5CCAF28-A59C-41B1-8695-0B27913A71A8}" destId="{3868A343-8E9B-4345-A5AD-D24FFAEECD6E}" srcOrd="0" destOrd="0" presId="urn:microsoft.com/office/officeart/2005/8/layout/orgChart1"/>
    <dgm:cxn modelId="{FAC91110-0511-4C6D-B7CA-39E8E80E2DEF}" type="presParOf" srcId="{3868A343-8E9B-4345-A5AD-D24FFAEECD6E}" destId="{93C8F9D7-4241-463A-B930-F7558F6564CC}" srcOrd="0" destOrd="0" presId="urn:microsoft.com/office/officeart/2005/8/layout/orgChart1"/>
    <dgm:cxn modelId="{366DE688-D4A4-4B8B-83D6-F31EA99064F3}" type="presParOf" srcId="{93C8F9D7-4241-463A-B930-F7558F6564CC}" destId="{ECBE78D9-574F-4577-9DCA-C4FFE1A6D957}" srcOrd="0" destOrd="0" presId="urn:microsoft.com/office/officeart/2005/8/layout/orgChart1"/>
    <dgm:cxn modelId="{DCB120E5-46F2-439E-B8CC-AC4A2840B270}" type="presParOf" srcId="{93C8F9D7-4241-463A-B930-F7558F6564CC}" destId="{D5C13B77-0BB6-4FC2-AAB6-D282E34BF0B6}" srcOrd="1" destOrd="0" presId="urn:microsoft.com/office/officeart/2005/8/layout/orgChart1"/>
    <dgm:cxn modelId="{44104B7D-6571-48B5-AD9E-0514AFCFC1E0}" type="presParOf" srcId="{3868A343-8E9B-4345-A5AD-D24FFAEECD6E}" destId="{EF666BE2-9761-4732-9482-0D7EEA079922}" srcOrd="1" destOrd="0" presId="urn:microsoft.com/office/officeart/2005/8/layout/orgChart1"/>
    <dgm:cxn modelId="{6ED3CF0D-4434-49B7-ADBF-E0635CE5939C}" type="presParOf" srcId="{EF666BE2-9761-4732-9482-0D7EEA079922}" destId="{79F7F481-E233-436B-AA6C-1E0171036E0B}" srcOrd="0" destOrd="0" presId="urn:microsoft.com/office/officeart/2005/8/layout/orgChart1"/>
    <dgm:cxn modelId="{F9319784-9FB2-478D-81DB-2073A67FC836}" type="presParOf" srcId="{EF666BE2-9761-4732-9482-0D7EEA079922}" destId="{1272AB98-F77D-4871-B596-CF775A8B549C}" srcOrd="1" destOrd="0" presId="urn:microsoft.com/office/officeart/2005/8/layout/orgChart1"/>
    <dgm:cxn modelId="{00403F25-A672-479A-BBC4-2EDB0B0B3819}" type="presParOf" srcId="{1272AB98-F77D-4871-B596-CF775A8B549C}" destId="{47A15BE8-B7D9-479B-A375-8B9EB555C3CE}" srcOrd="0" destOrd="0" presId="urn:microsoft.com/office/officeart/2005/8/layout/orgChart1"/>
    <dgm:cxn modelId="{65349AD7-0C36-42C7-B9BA-4E2DF4AF80A5}" type="presParOf" srcId="{47A15BE8-B7D9-479B-A375-8B9EB555C3CE}" destId="{3F01E5FA-0B39-4E1B-9818-2C2229B5E6B6}" srcOrd="0" destOrd="0" presId="urn:microsoft.com/office/officeart/2005/8/layout/orgChart1"/>
    <dgm:cxn modelId="{F5331E49-7DAC-43BB-998B-E1E0853C1E68}" type="presParOf" srcId="{47A15BE8-B7D9-479B-A375-8B9EB555C3CE}" destId="{3B950254-F6AE-44E7-8784-EE9AA8433ED4}" srcOrd="1" destOrd="0" presId="urn:microsoft.com/office/officeart/2005/8/layout/orgChart1"/>
    <dgm:cxn modelId="{4638B794-D0FB-417B-98C8-9964C6AA42CA}" type="presParOf" srcId="{1272AB98-F77D-4871-B596-CF775A8B549C}" destId="{5BD10C88-ABFD-4E80-BC6F-ECA5110567BD}" srcOrd="1" destOrd="0" presId="urn:microsoft.com/office/officeart/2005/8/layout/orgChart1"/>
    <dgm:cxn modelId="{3A286B7E-1070-41C6-894A-637F5F6DA17A}" type="presParOf" srcId="{5BD10C88-ABFD-4E80-BC6F-ECA5110567BD}" destId="{0BDDD7CE-EC61-409A-9B41-7FDB6C662033}" srcOrd="0" destOrd="0" presId="urn:microsoft.com/office/officeart/2005/8/layout/orgChart1"/>
    <dgm:cxn modelId="{78E8EBE5-BB42-4C32-8C57-71E74CC6FACA}" type="presParOf" srcId="{5BD10C88-ABFD-4E80-BC6F-ECA5110567BD}" destId="{F069E9CF-8329-43B0-96C7-538CF43F1E81}" srcOrd="1" destOrd="0" presId="urn:microsoft.com/office/officeart/2005/8/layout/orgChart1"/>
    <dgm:cxn modelId="{854F9FF4-6DFC-4957-B2EA-133D76350A77}" type="presParOf" srcId="{F069E9CF-8329-43B0-96C7-538CF43F1E81}" destId="{45B4C303-EBBD-4F39-B5FA-FD26DEA1F2CB}" srcOrd="0" destOrd="0" presId="urn:microsoft.com/office/officeart/2005/8/layout/orgChart1"/>
    <dgm:cxn modelId="{9DB78511-7763-4BB5-9E08-6B2167ECD4B6}" type="presParOf" srcId="{45B4C303-EBBD-4F39-B5FA-FD26DEA1F2CB}" destId="{A7F3E226-DB36-4887-8116-1AF6A1269680}" srcOrd="0" destOrd="0" presId="urn:microsoft.com/office/officeart/2005/8/layout/orgChart1"/>
    <dgm:cxn modelId="{42D3FF73-3DA4-4208-B62C-D29BB3F2A382}" type="presParOf" srcId="{45B4C303-EBBD-4F39-B5FA-FD26DEA1F2CB}" destId="{1E0CC0B1-E0F8-4764-BC86-9111ACE5E305}" srcOrd="1" destOrd="0" presId="urn:microsoft.com/office/officeart/2005/8/layout/orgChart1"/>
    <dgm:cxn modelId="{98105D8D-768F-47FC-9F13-DBC0F6C104B1}" type="presParOf" srcId="{F069E9CF-8329-43B0-96C7-538CF43F1E81}" destId="{0EEAD49A-7672-4939-ABA1-79A0A253A3FE}" srcOrd="1" destOrd="0" presId="urn:microsoft.com/office/officeart/2005/8/layout/orgChart1"/>
    <dgm:cxn modelId="{7D66F48F-C223-46AB-BF28-B9E17599F97F}" type="presParOf" srcId="{F069E9CF-8329-43B0-96C7-538CF43F1E81}" destId="{F315090C-F2C5-4438-9461-DECFDFA54D23}" srcOrd="2" destOrd="0" presId="urn:microsoft.com/office/officeart/2005/8/layout/orgChart1"/>
    <dgm:cxn modelId="{0AD01BEF-6D63-4D7E-9DDC-18924D674E17}" type="presParOf" srcId="{5BD10C88-ABFD-4E80-BC6F-ECA5110567BD}" destId="{EC6F7601-862D-4D2F-AB77-81FE0E30AD0B}" srcOrd="2" destOrd="0" presId="urn:microsoft.com/office/officeart/2005/8/layout/orgChart1"/>
    <dgm:cxn modelId="{31AD9293-A8E8-4381-9B24-70AFFF2C4C16}" type="presParOf" srcId="{5BD10C88-ABFD-4E80-BC6F-ECA5110567BD}" destId="{23D97AA0-BE48-42EB-A644-D3544F9A9FEF}" srcOrd="3" destOrd="0" presId="urn:microsoft.com/office/officeart/2005/8/layout/orgChart1"/>
    <dgm:cxn modelId="{3829FAA8-8836-4EA1-913A-F2C6E9C20C00}" type="presParOf" srcId="{23D97AA0-BE48-42EB-A644-D3544F9A9FEF}" destId="{7461C7E5-9CCF-4B69-BEC2-8CB430C4EC77}" srcOrd="0" destOrd="0" presId="urn:microsoft.com/office/officeart/2005/8/layout/orgChart1"/>
    <dgm:cxn modelId="{8C2A11A0-3FE6-455B-A73C-9D06686C1FEE}" type="presParOf" srcId="{7461C7E5-9CCF-4B69-BEC2-8CB430C4EC77}" destId="{0CC6CC8F-82FE-42BF-B8D2-A2A5189F85E3}" srcOrd="0" destOrd="0" presId="urn:microsoft.com/office/officeart/2005/8/layout/orgChart1"/>
    <dgm:cxn modelId="{D4063AFE-59E9-4816-996E-E3F1DD0F25C8}" type="presParOf" srcId="{7461C7E5-9CCF-4B69-BEC2-8CB430C4EC77}" destId="{28489CF3-2E1A-494C-95A5-34DF93D3B4D4}" srcOrd="1" destOrd="0" presId="urn:microsoft.com/office/officeart/2005/8/layout/orgChart1"/>
    <dgm:cxn modelId="{2C890326-C7D2-4245-87F7-0E58E5010FF6}" type="presParOf" srcId="{23D97AA0-BE48-42EB-A644-D3544F9A9FEF}" destId="{19D8B9A7-1F9E-42B9-8E08-5DB9C289E7E3}" srcOrd="1" destOrd="0" presId="urn:microsoft.com/office/officeart/2005/8/layout/orgChart1"/>
    <dgm:cxn modelId="{9E480630-E825-47A4-B3CF-CD80F1F35C4E}" type="presParOf" srcId="{23D97AA0-BE48-42EB-A644-D3544F9A9FEF}" destId="{6FAA0F91-1AF7-4DC3-B43D-0D4EF615DE1D}" srcOrd="2" destOrd="0" presId="urn:microsoft.com/office/officeart/2005/8/layout/orgChart1"/>
    <dgm:cxn modelId="{1B75A19E-8456-434D-89CC-DF967EA1407E}" type="presParOf" srcId="{5BD10C88-ABFD-4E80-BC6F-ECA5110567BD}" destId="{EEB39CC0-F53E-473B-99C9-E80A3E6FB674}" srcOrd="4" destOrd="0" presId="urn:microsoft.com/office/officeart/2005/8/layout/orgChart1"/>
    <dgm:cxn modelId="{C44CA8F4-E171-4C58-973E-62455ACA7507}" type="presParOf" srcId="{5BD10C88-ABFD-4E80-BC6F-ECA5110567BD}" destId="{CC9E0C30-B215-4CE6-898C-05225D92AF5A}" srcOrd="5" destOrd="0" presId="urn:microsoft.com/office/officeart/2005/8/layout/orgChart1"/>
    <dgm:cxn modelId="{B4D52E6B-FE84-49C4-8FBB-263907DEBDB1}" type="presParOf" srcId="{CC9E0C30-B215-4CE6-898C-05225D92AF5A}" destId="{1BB9DB35-4405-44FC-A243-75477FB28881}" srcOrd="0" destOrd="0" presId="urn:microsoft.com/office/officeart/2005/8/layout/orgChart1"/>
    <dgm:cxn modelId="{3D52C549-9321-4FA8-BCD4-1D7146A82D49}" type="presParOf" srcId="{1BB9DB35-4405-44FC-A243-75477FB28881}" destId="{8136100B-F4B1-4ED3-9874-7EDFFFDC2D32}" srcOrd="0" destOrd="0" presId="urn:microsoft.com/office/officeart/2005/8/layout/orgChart1"/>
    <dgm:cxn modelId="{4BA7E1C4-54B1-4A50-9FB7-6EBB0B9367DE}" type="presParOf" srcId="{1BB9DB35-4405-44FC-A243-75477FB28881}" destId="{6BCB11C1-F086-4537-B965-482D13FC0914}" srcOrd="1" destOrd="0" presId="urn:microsoft.com/office/officeart/2005/8/layout/orgChart1"/>
    <dgm:cxn modelId="{66F2FD2D-CDF7-412E-B3C2-60F87A556727}" type="presParOf" srcId="{CC9E0C30-B215-4CE6-898C-05225D92AF5A}" destId="{D08BE403-16A4-41D4-ACB0-499B0D16F287}" srcOrd="1" destOrd="0" presId="urn:microsoft.com/office/officeart/2005/8/layout/orgChart1"/>
    <dgm:cxn modelId="{871F2524-E1FF-4BB1-A46E-3F54C586A0D8}" type="presParOf" srcId="{CC9E0C30-B215-4CE6-898C-05225D92AF5A}" destId="{AA927224-7FC8-4E12-BA32-CFAE9F9C5208}" srcOrd="2" destOrd="0" presId="urn:microsoft.com/office/officeart/2005/8/layout/orgChart1"/>
    <dgm:cxn modelId="{28752970-19A5-4ABC-B237-96D0280FEFE4}" type="presParOf" srcId="{1272AB98-F77D-4871-B596-CF775A8B549C}" destId="{40011F52-C4E4-4840-82AF-AA4C31B2BF68}" srcOrd="2" destOrd="0" presId="urn:microsoft.com/office/officeart/2005/8/layout/orgChart1"/>
    <dgm:cxn modelId="{4A4DB9A3-25EE-4F06-B4B5-8BC64386829F}" type="presParOf" srcId="{EF666BE2-9761-4732-9482-0D7EEA079922}" destId="{B885F0EB-D990-4713-8E48-C3543CE2BA83}" srcOrd="2" destOrd="0" presId="urn:microsoft.com/office/officeart/2005/8/layout/orgChart1"/>
    <dgm:cxn modelId="{1BC6AD58-BAC4-4CDF-9D34-B73C3F13CF2E}" type="presParOf" srcId="{EF666BE2-9761-4732-9482-0D7EEA079922}" destId="{FD314EE7-2E0E-465B-8D1A-7F8050ED1B73}" srcOrd="3" destOrd="0" presId="urn:microsoft.com/office/officeart/2005/8/layout/orgChart1"/>
    <dgm:cxn modelId="{3FA6EBAF-07CC-4F58-B3BA-3F1D23364D80}" type="presParOf" srcId="{FD314EE7-2E0E-465B-8D1A-7F8050ED1B73}" destId="{405DA9A0-FC86-404D-BAE1-A9D790E017B9}" srcOrd="0" destOrd="0" presId="urn:microsoft.com/office/officeart/2005/8/layout/orgChart1"/>
    <dgm:cxn modelId="{7593637C-C187-4FC1-A046-C3E098044F35}" type="presParOf" srcId="{405DA9A0-FC86-404D-BAE1-A9D790E017B9}" destId="{DF025632-6EB3-43A0-A586-3B646FC89CAE}" srcOrd="0" destOrd="0" presId="urn:microsoft.com/office/officeart/2005/8/layout/orgChart1"/>
    <dgm:cxn modelId="{EBF4D834-88E2-4FE0-B370-A021E55F9BD5}" type="presParOf" srcId="{405DA9A0-FC86-404D-BAE1-A9D790E017B9}" destId="{95C6B09A-8D86-4515-BE13-A5CCCB8B78F4}" srcOrd="1" destOrd="0" presId="urn:microsoft.com/office/officeart/2005/8/layout/orgChart1"/>
    <dgm:cxn modelId="{1AF17B18-7FA6-43B6-829E-D01B88A5A7FC}" type="presParOf" srcId="{FD314EE7-2E0E-465B-8D1A-7F8050ED1B73}" destId="{943345B8-E5F4-484D-A80D-4F290F66FF41}" srcOrd="1" destOrd="0" presId="urn:microsoft.com/office/officeart/2005/8/layout/orgChart1"/>
    <dgm:cxn modelId="{A5BCB056-DD99-4190-9916-675C5E5493CE}" type="presParOf" srcId="{943345B8-E5F4-484D-A80D-4F290F66FF41}" destId="{65FCC04B-E500-45F5-ADED-A93FF0F4DDD3}" srcOrd="0" destOrd="0" presId="urn:microsoft.com/office/officeart/2005/8/layout/orgChart1"/>
    <dgm:cxn modelId="{FFF409C8-1C6F-4694-80EA-88F4F5AFBC74}" type="presParOf" srcId="{943345B8-E5F4-484D-A80D-4F290F66FF41}" destId="{ED4353DF-F2A7-468F-87AA-39DD44461F4C}" srcOrd="1" destOrd="0" presId="urn:microsoft.com/office/officeart/2005/8/layout/orgChart1"/>
    <dgm:cxn modelId="{1E6D6F0F-BA9D-47F1-9160-BA8217472432}" type="presParOf" srcId="{ED4353DF-F2A7-468F-87AA-39DD44461F4C}" destId="{440C37FF-86C9-470D-BFC2-762D55415A43}" srcOrd="0" destOrd="0" presId="urn:microsoft.com/office/officeart/2005/8/layout/orgChart1"/>
    <dgm:cxn modelId="{BCFBBB6E-F15C-4DEE-8EEF-A6A45AC755DA}" type="presParOf" srcId="{440C37FF-86C9-470D-BFC2-762D55415A43}" destId="{4834F415-8BBF-43FA-A790-58E29BF7B861}" srcOrd="0" destOrd="0" presId="urn:microsoft.com/office/officeart/2005/8/layout/orgChart1"/>
    <dgm:cxn modelId="{9C3AA637-EEC3-46C9-BA9F-C164E9BF77FB}" type="presParOf" srcId="{440C37FF-86C9-470D-BFC2-762D55415A43}" destId="{19F996AF-A09E-4879-80E6-6220A60983A6}" srcOrd="1" destOrd="0" presId="urn:microsoft.com/office/officeart/2005/8/layout/orgChart1"/>
    <dgm:cxn modelId="{679D446A-45F4-4EDC-B243-F5C7137F46F3}" type="presParOf" srcId="{ED4353DF-F2A7-468F-87AA-39DD44461F4C}" destId="{EE288D40-25D7-4C3C-9ADD-C3FA294E2706}" srcOrd="1" destOrd="0" presId="urn:microsoft.com/office/officeart/2005/8/layout/orgChart1"/>
    <dgm:cxn modelId="{8FFBECDA-74D7-4079-842B-7FE6C0EC51CC}" type="presParOf" srcId="{ED4353DF-F2A7-468F-87AA-39DD44461F4C}" destId="{9E19132C-5DF6-4101-80A0-3D5BA81D1EBB}" srcOrd="2" destOrd="0" presId="urn:microsoft.com/office/officeart/2005/8/layout/orgChart1"/>
    <dgm:cxn modelId="{7617BCC5-E487-48D1-85B4-F9961882B159}" type="presParOf" srcId="{943345B8-E5F4-484D-A80D-4F290F66FF41}" destId="{65602863-BBF0-4BA7-BDD5-6353E46E758D}" srcOrd="2" destOrd="0" presId="urn:microsoft.com/office/officeart/2005/8/layout/orgChart1"/>
    <dgm:cxn modelId="{A5CAC1FC-74B3-48E3-8E8E-4455EFC443A4}" type="presParOf" srcId="{943345B8-E5F4-484D-A80D-4F290F66FF41}" destId="{3E6EAC27-2C34-4206-8F62-65A8B1161F60}" srcOrd="3" destOrd="0" presId="urn:microsoft.com/office/officeart/2005/8/layout/orgChart1"/>
    <dgm:cxn modelId="{D63A3D80-B567-463E-91E7-29C5B45D2CE9}" type="presParOf" srcId="{3E6EAC27-2C34-4206-8F62-65A8B1161F60}" destId="{8DA04756-856B-4D0B-9B73-C5BFF975B610}" srcOrd="0" destOrd="0" presId="urn:microsoft.com/office/officeart/2005/8/layout/orgChart1"/>
    <dgm:cxn modelId="{F7A3EB78-7206-4C43-9AB0-FC560955B56F}" type="presParOf" srcId="{8DA04756-856B-4D0B-9B73-C5BFF975B610}" destId="{BE5EA851-E985-4E20-9925-D34F27235BF0}" srcOrd="0" destOrd="0" presId="urn:microsoft.com/office/officeart/2005/8/layout/orgChart1"/>
    <dgm:cxn modelId="{9070A085-E863-400B-997E-B5C703ED3198}" type="presParOf" srcId="{8DA04756-856B-4D0B-9B73-C5BFF975B610}" destId="{B5F3902B-B9C8-4FF3-B039-F12A920E0162}" srcOrd="1" destOrd="0" presId="urn:microsoft.com/office/officeart/2005/8/layout/orgChart1"/>
    <dgm:cxn modelId="{FCB0B4F1-F42B-4AF3-AFB7-4747BB37F710}" type="presParOf" srcId="{3E6EAC27-2C34-4206-8F62-65A8B1161F60}" destId="{463C3ACC-2294-42C0-B56F-0D89C4A58C4C}" srcOrd="1" destOrd="0" presId="urn:microsoft.com/office/officeart/2005/8/layout/orgChart1"/>
    <dgm:cxn modelId="{19114AF6-BF19-415B-BDE9-2EF7E620F80A}" type="presParOf" srcId="{3E6EAC27-2C34-4206-8F62-65A8B1161F60}" destId="{35B1B732-FDDE-41A0-8403-A80E2C24F4CB}" srcOrd="2" destOrd="0" presId="urn:microsoft.com/office/officeart/2005/8/layout/orgChart1"/>
    <dgm:cxn modelId="{258BCF69-6DC7-4A6B-9AE1-01DD06117A01}" type="presParOf" srcId="{FD314EE7-2E0E-465B-8D1A-7F8050ED1B73}" destId="{4C909691-C142-41D1-831C-5AB381E76CEC}" srcOrd="2" destOrd="0" presId="urn:microsoft.com/office/officeart/2005/8/layout/orgChart1"/>
    <dgm:cxn modelId="{CC0E46B0-4C9B-4413-8995-A6B22F3BE37D}" type="presParOf" srcId="{EF666BE2-9761-4732-9482-0D7EEA079922}" destId="{84DE6BC0-B2D5-4635-941C-DF52473DD8FA}" srcOrd="4" destOrd="0" presId="urn:microsoft.com/office/officeart/2005/8/layout/orgChart1"/>
    <dgm:cxn modelId="{05BFABB4-A0B6-4359-9DE0-8108BBE07706}" type="presParOf" srcId="{EF666BE2-9761-4732-9482-0D7EEA079922}" destId="{83E9595E-2B2B-4308-AE7B-628F6FB412C5}" srcOrd="5" destOrd="0" presId="urn:microsoft.com/office/officeart/2005/8/layout/orgChart1"/>
    <dgm:cxn modelId="{AD11A94D-C729-4534-B3A1-0277234D2E8A}" type="presParOf" srcId="{83E9595E-2B2B-4308-AE7B-628F6FB412C5}" destId="{83966DC2-9309-47E2-8F44-52537288A645}" srcOrd="0" destOrd="0" presId="urn:microsoft.com/office/officeart/2005/8/layout/orgChart1"/>
    <dgm:cxn modelId="{E36DA07C-5293-4B82-96E1-38CBE16F1DE8}" type="presParOf" srcId="{83966DC2-9309-47E2-8F44-52537288A645}" destId="{74DE35ED-0216-49AF-B24D-642D2C39E60C}" srcOrd="0" destOrd="0" presId="urn:microsoft.com/office/officeart/2005/8/layout/orgChart1"/>
    <dgm:cxn modelId="{D6AA8DC4-29CD-4C4F-8168-C4BFEE427A86}" type="presParOf" srcId="{83966DC2-9309-47E2-8F44-52537288A645}" destId="{D1784F8E-C9C9-4F68-8867-4A9DFA5CF7A1}" srcOrd="1" destOrd="0" presId="urn:microsoft.com/office/officeart/2005/8/layout/orgChart1"/>
    <dgm:cxn modelId="{7F1CE5D4-B17A-4F92-AB20-B5E08D1A3C50}" type="presParOf" srcId="{83E9595E-2B2B-4308-AE7B-628F6FB412C5}" destId="{EA94C1E2-228D-4B93-9A79-6D4CBBCA3349}" srcOrd="1" destOrd="0" presId="urn:microsoft.com/office/officeart/2005/8/layout/orgChart1"/>
    <dgm:cxn modelId="{B9857802-0BDB-46E5-B6B9-E6EB9FA4D4C2}" type="presParOf" srcId="{EA94C1E2-228D-4B93-9A79-6D4CBBCA3349}" destId="{9295DA19-BBF5-479F-B2C0-1DB04B2B9848}" srcOrd="0" destOrd="0" presId="urn:microsoft.com/office/officeart/2005/8/layout/orgChart1"/>
    <dgm:cxn modelId="{DB5403DE-DA98-4859-B18C-EF93DBF87552}" type="presParOf" srcId="{EA94C1E2-228D-4B93-9A79-6D4CBBCA3349}" destId="{60114031-DD26-448A-BEC0-9F57B0FFB07A}" srcOrd="1" destOrd="0" presId="urn:microsoft.com/office/officeart/2005/8/layout/orgChart1"/>
    <dgm:cxn modelId="{60FA1D45-CF15-4C17-846C-412725FAD27D}" type="presParOf" srcId="{60114031-DD26-448A-BEC0-9F57B0FFB07A}" destId="{5F4D3B30-F3C3-4B37-B14B-4D4EF5403FEA}" srcOrd="0" destOrd="0" presId="urn:microsoft.com/office/officeart/2005/8/layout/orgChart1"/>
    <dgm:cxn modelId="{FE0A6C77-65A4-4644-90AE-52A0C6A67A59}" type="presParOf" srcId="{5F4D3B30-F3C3-4B37-B14B-4D4EF5403FEA}" destId="{3A2E701C-E033-4A34-AF99-01B53D26A0FF}" srcOrd="0" destOrd="0" presId="urn:microsoft.com/office/officeart/2005/8/layout/orgChart1"/>
    <dgm:cxn modelId="{95E7CD8E-3BDD-4702-B57B-CEE1E0F7EBCE}" type="presParOf" srcId="{5F4D3B30-F3C3-4B37-B14B-4D4EF5403FEA}" destId="{A324C43A-9366-4DF4-92FF-99E90593D18B}" srcOrd="1" destOrd="0" presId="urn:microsoft.com/office/officeart/2005/8/layout/orgChart1"/>
    <dgm:cxn modelId="{E1E5D213-59E5-414F-B10F-FF63FE28EFD4}" type="presParOf" srcId="{60114031-DD26-448A-BEC0-9F57B0FFB07A}" destId="{D8094130-6D7C-4202-9947-08EF79A0135F}" srcOrd="1" destOrd="0" presId="urn:microsoft.com/office/officeart/2005/8/layout/orgChart1"/>
    <dgm:cxn modelId="{DEA0F16E-AC67-4BD4-9976-DC6FF0E54EE6}" type="presParOf" srcId="{60114031-DD26-448A-BEC0-9F57B0FFB07A}" destId="{EDA42710-7600-44A4-84FE-58F847CE358A}" srcOrd="2" destOrd="0" presId="urn:microsoft.com/office/officeart/2005/8/layout/orgChart1"/>
    <dgm:cxn modelId="{765295AA-DB93-4CE1-B094-97C2F37E4058}" type="presParOf" srcId="{EA94C1E2-228D-4B93-9A79-6D4CBBCA3349}" destId="{A8A3B855-0262-44C6-9654-A9DDB5EF74BE}" srcOrd="2" destOrd="0" presId="urn:microsoft.com/office/officeart/2005/8/layout/orgChart1"/>
    <dgm:cxn modelId="{04F9C58D-8A49-4A59-B471-7B4C628352D3}" type="presParOf" srcId="{EA94C1E2-228D-4B93-9A79-6D4CBBCA3349}" destId="{B5D54931-E3B5-4014-9075-12FC527F9793}" srcOrd="3" destOrd="0" presId="urn:microsoft.com/office/officeart/2005/8/layout/orgChart1"/>
    <dgm:cxn modelId="{01B7EB67-FB8B-4F2B-ACFC-8543AC3AF8EA}" type="presParOf" srcId="{B5D54931-E3B5-4014-9075-12FC527F9793}" destId="{477FE927-61A4-4217-B72F-4AF3EBE2C6EB}" srcOrd="0" destOrd="0" presId="urn:microsoft.com/office/officeart/2005/8/layout/orgChart1"/>
    <dgm:cxn modelId="{1B13B0F9-6185-49A0-9987-5FFE239E6244}" type="presParOf" srcId="{477FE927-61A4-4217-B72F-4AF3EBE2C6EB}" destId="{FE4D2B30-BBAC-4A6A-B4C4-E90CE0282F94}" srcOrd="0" destOrd="0" presId="urn:microsoft.com/office/officeart/2005/8/layout/orgChart1"/>
    <dgm:cxn modelId="{D4E85A63-3759-47F9-85E0-A152ACB7BC83}" type="presParOf" srcId="{477FE927-61A4-4217-B72F-4AF3EBE2C6EB}" destId="{28494ED8-1140-44D9-A3F8-685A075D671F}" srcOrd="1" destOrd="0" presId="urn:microsoft.com/office/officeart/2005/8/layout/orgChart1"/>
    <dgm:cxn modelId="{39EF9F45-A98C-4269-8A25-2C821FA5CDEC}" type="presParOf" srcId="{B5D54931-E3B5-4014-9075-12FC527F9793}" destId="{43ADEEE2-D661-410D-9036-260A15D1859F}" srcOrd="1" destOrd="0" presId="urn:microsoft.com/office/officeart/2005/8/layout/orgChart1"/>
    <dgm:cxn modelId="{B7D7C0E0-6296-4B58-BB37-A8AE262519B8}" type="presParOf" srcId="{B5D54931-E3B5-4014-9075-12FC527F9793}" destId="{72889702-E3FD-4EF7-A44B-BE904028B99A}" srcOrd="2" destOrd="0" presId="urn:microsoft.com/office/officeart/2005/8/layout/orgChart1"/>
    <dgm:cxn modelId="{DA738ACE-42D7-485B-8C05-F2200A2B96C8}" type="presParOf" srcId="{EA94C1E2-228D-4B93-9A79-6D4CBBCA3349}" destId="{183D3C9D-C95A-480A-9D70-978FF8CFB768}" srcOrd="4" destOrd="0" presId="urn:microsoft.com/office/officeart/2005/8/layout/orgChart1"/>
    <dgm:cxn modelId="{030567F7-BCDE-45FC-8AED-850109C42D35}" type="presParOf" srcId="{EA94C1E2-228D-4B93-9A79-6D4CBBCA3349}" destId="{AE818A24-963A-452B-88CD-EB673B81E313}" srcOrd="5" destOrd="0" presId="urn:microsoft.com/office/officeart/2005/8/layout/orgChart1"/>
    <dgm:cxn modelId="{08CD439F-AAA8-479C-AEA2-F8DFE498C573}" type="presParOf" srcId="{AE818A24-963A-452B-88CD-EB673B81E313}" destId="{70414775-02DF-4C80-84FF-5CF5DAC1D23B}" srcOrd="0" destOrd="0" presId="urn:microsoft.com/office/officeart/2005/8/layout/orgChart1"/>
    <dgm:cxn modelId="{3920D831-F356-4443-ADDF-1579B07DC5B3}" type="presParOf" srcId="{70414775-02DF-4C80-84FF-5CF5DAC1D23B}" destId="{74AA9836-9DD6-43FD-A7C1-2DCC21A1DF2A}" srcOrd="0" destOrd="0" presId="urn:microsoft.com/office/officeart/2005/8/layout/orgChart1"/>
    <dgm:cxn modelId="{E8260FAD-E26E-4F88-827B-114CEDF54E7C}" type="presParOf" srcId="{70414775-02DF-4C80-84FF-5CF5DAC1D23B}" destId="{0AF9C276-BF9F-4EDA-87BA-6B6B28D2D8CC}" srcOrd="1" destOrd="0" presId="urn:microsoft.com/office/officeart/2005/8/layout/orgChart1"/>
    <dgm:cxn modelId="{F3AEDEFE-34A4-45FF-AB58-66B7A24C003B}" type="presParOf" srcId="{AE818A24-963A-452B-88CD-EB673B81E313}" destId="{8C2B14BF-2D77-4CB4-85A2-FDAC4FC43632}" srcOrd="1" destOrd="0" presId="urn:microsoft.com/office/officeart/2005/8/layout/orgChart1"/>
    <dgm:cxn modelId="{A8C05725-337D-4BAA-AA17-970CA4F17705}" type="presParOf" srcId="{AE818A24-963A-452B-88CD-EB673B81E313}" destId="{0EAF63E8-DACC-47E0-B60F-570D2863D69B}" srcOrd="2" destOrd="0" presId="urn:microsoft.com/office/officeart/2005/8/layout/orgChart1"/>
    <dgm:cxn modelId="{B28B0197-11A0-426F-98A9-767AAFD1E335}" type="presParOf" srcId="{83E9595E-2B2B-4308-AE7B-628F6FB412C5}" destId="{C4F58071-D9AE-4814-9C27-B3A2795D43F1}" srcOrd="2" destOrd="0" presId="urn:microsoft.com/office/officeart/2005/8/layout/orgChart1"/>
    <dgm:cxn modelId="{2A955AC2-E5E9-4A9D-AAFD-74D481C53D76}" type="presParOf" srcId="{EF666BE2-9761-4732-9482-0D7EEA079922}" destId="{7425AD47-453B-476C-9F88-F5D68935E64F}" srcOrd="6" destOrd="0" presId="urn:microsoft.com/office/officeart/2005/8/layout/orgChart1"/>
    <dgm:cxn modelId="{9835302B-DB3C-4865-8ECC-BE92118DD354}" type="presParOf" srcId="{EF666BE2-9761-4732-9482-0D7EEA079922}" destId="{DAE603B1-FA96-46B2-8B4A-81A19A64AF59}" srcOrd="7" destOrd="0" presId="urn:microsoft.com/office/officeart/2005/8/layout/orgChart1"/>
    <dgm:cxn modelId="{D94340CC-C893-409D-8DC9-15C3D153F86D}" type="presParOf" srcId="{DAE603B1-FA96-46B2-8B4A-81A19A64AF59}" destId="{B46895A0-C487-40B5-BC35-CDE6270AF2C1}" srcOrd="0" destOrd="0" presId="urn:microsoft.com/office/officeart/2005/8/layout/orgChart1"/>
    <dgm:cxn modelId="{5F810ABB-69FB-4C82-A66C-5540AEC8A712}" type="presParOf" srcId="{B46895A0-C487-40B5-BC35-CDE6270AF2C1}" destId="{82DF5911-A24C-4359-87F9-355B22341D2B}" srcOrd="0" destOrd="0" presId="urn:microsoft.com/office/officeart/2005/8/layout/orgChart1"/>
    <dgm:cxn modelId="{1649FB94-6021-468B-B6E5-4907BA7AF1DF}" type="presParOf" srcId="{B46895A0-C487-40B5-BC35-CDE6270AF2C1}" destId="{CB3E3258-8FD3-4CFF-87BE-A972C26C2FE4}" srcOrd="1" destOrd="0" presId="urn:microsoft.com/office/officeart/2005/8/layout/orgChart1"/>
    <dgm:cxn modelId="{99A42058-84AF-4754-9944-6BBDD84C82D9}" type="presParOf" srcId="{DAE603B1-FA96-46B2-8B4A-81A19A64AF59}" destId="{E9D918C0-80C7-4ACA-A8E8-045D7892A159}" srcOrd="1" destOrd="0" presId="urn:microsoft.com/office/officeart/2005/8/layout/orgChart1"/>
    <dgm:cxn modelId="{8EE1FDC2-4036-4444-9FEF-34DCCB6BAF99}" type="presParOf" srcId="{E9D918C0-80C7-4ACA-A8E8-045D7892A159}" destId="{A4A7337E-3D93-467A-940F-E16F33EE4CAA}" srcOrd="0" destOrd="0" presId="urn:microsoft.com/office/officeart/2005/8/layout/orgChart1"/>
    <dgm:cxn modelId="{94A62345-B8AC-45EB-9748-57928977C2CE}" type="presParOf" srcId="{E9D918C0-80C7-4ACA-A8E8-045D7892A159}" destId="{C729E788-33D9-41D7-B00D-BC9816D7E12D}" srcOrd="1" destOrd="0" presId="urn:microsoft.com/office/officeart/2005/8/layout/orgChart1"/>
    <dgm:cxn modelId="{4FC8ADD2-34D3-465C-88D0-67612E36EE06}" type="presParOf" srcId="{C729E788-33D9-41D7-B00D-BC9816D7E12D}" destId="{E3B8D987-F1D7-4073-A02D-98FCD796B5FE}" srcOrd="0" destOrd="0" presId="urn:microsoft.com/office/officeart/2005/8/layout/orgChart1"/>
    <dgm:cxn modelId="{64B0F523-FFEA-4353-B5A9-F45ABF0BCBA9}" type="presParOf" srcId="{E3B8D987-F1D7-4073-A02D-98FCD796B5FE}" destId="{13C0E367-B545-4F51-894F-04922B2B8637}" srcOrd="0" destOrd="0" presId="urn:microsoft.com/office/officeart/2005/8/layout/orgChart1"/>
    <dgm:cxn modelId="{A4D10EE6-08D3-4432-827B-3B48A7B556FE}" type="presParOf" srcId="{E3B8D987-F1D7-4073-A02D-98FCD796B5FE}" destId="{8BE73E0B-A4FB-47EE-960C-D8CF511BF385}" srcOrd="1" destOrd="0" presId="urn:microsoft.com/office/officeart/2005/8/layout/orgChart1"/>
    <dgm:cxn modelId="{7F0DD677-EF3D-4C98-AA70-BC981A221AC0}" type="presParOf" srcId="{C729E788-33D9-41D7-B00D-BC9816D7E12D}" destId="{946FC788-1AE0-415A-AF88-323EFDB5F6BB}" srcOrd="1" destOrd="0" presId="urn:microsoft.com/office/officeart/2005/8/layout/orgChart1"/>
    <dgm:cxn modelId="{2D1B2D2F-F3A9-4232-9BD2-B2658F5BF900}" type="presParOf" srcId="{C729E788-33D9-41D7-B00D-BC9816D7E12D}" destId="{BCBDEA61-4451-4C82-AF42-1103553C68D8}" srcOrd="2" destOrd="0" presId="urn:microsoft.com/office/officeart/2005/8/layout/orgChart1"/>
    <dgm:cxn modelId="{FB212955-9184-499B-A230-0C5A941B3656}" type="presParOf" srcId="{E9D918C0-80C7-4ACA-A8E8-045D7892A159}" destId="{E4E9D452-F1F1-4315-96B6-779F604057F4}" srcOrd="2" destOrd="0" presId="urn:microsoft.com/office/officeart/2005/8/layout/orgChart1"/>
    <dgm:cxn modelId="{A563B7BD-17ED-4AE9-A9E2-872F83D3C83A}" type="presParOf" srcId="{E9D918C0-80C7-4ACA-A8E8-045D7892A159}" destId="{D903F508-8AB5-48C8-B087-A4455286612F}" srcOrd="3" destOrd="0" presId="urn:microsoft.com/office/officeart/2005/8/layout/orgChart1"/>
    <dgm:cxn modelId="{35BBFE75-4016-439C-B46F-A16E0BCC5E16}" type="presParOf" srcId="{D903F508-8AB5-48C8-B087-A4455286612F}" destId="{5564651C-3138-4068-A78E-49680B67B851}" srcOrd="0" destOrd="0" presId="urn:microsoft.com/office/officeart/2005/8/layout/orgChart1"/>
    <dgm:cxn modelId="{4E38F786-15D4-4856-A929-A9E9D7A7159D}" type="presParOf" srcId="{5564651C-3138-4068-A78E-49680B67B851}" destId="{40A29997-807A-4B00-A8BE-483878FBB040}" srcOrd="0" destOrd="0" presId="urn:microsoft.com/office/officeart/2005/8/layout/orgChart1"/>
    <dgm:cxn modelId="{27901F85-A5F1-462F-B7E5-0AFF9E200227}" type="presParOf" srcId="{5564651C-3138-4068-A78E-49680B67B851}" destId="{50C8B33A-F850-4030-88B9-F5047E21678F}" srcOrd="1" destOrd="0" presId="urn:microsoft.com/office/officeart/2005/8/layout/orgChart1"/>
    <dgm:cxn modelId="{BC78EB8E-FE48-442C-BB0F-A8DFEC9209B7}" type="presParOf" srcId="{D903F508-8AB5-48C8-B087-A4455286612F}" destId="{6D6814BF-DD12-45ED-B34E-ED6B7CFBB740}" srcOrd="1" destOrd="0" presId="urn:microsoft.com/office/officeart/2005/8/layout/orgChart1"/>
    <dgm:cxn modelId="{22633F06-5C07-483E-910C-12775122D702}" type="presParOf" srcId="{D903F508-8AB5-48C8-B087-A4455286612F}" destId="{B0475C83-FAF4-4FB5-98EF-7E9795AFE77C}" srcOrd="2" destOrd="0" presId="urn:microsoft.com/office/officeart/2005/8/layout/orgChart1"/>
    <dgm:cxn modelId="{71E4D475-B38E-4C21-B346-7110B2E61DF0}" type="presParOf" srcId="{E9D918C0-80C7-4ACA-A8E8-045D7892A159}" destId="{CEB901B9-276B-45B0-8C87-6549F0FA95C0}" srcOrd="4" destOrd="0" presId="urn:microsoft.com/office/officeart/2005/8/layout/orgChart1"/>
    <dgm:cxn modelId="{ADF7DB96-CAAD-4DC4-A770-6AB194550263}" type="presParOf" srcId="{E9D918C0-80C7-4ACA-A8E8-045D7892A159}" destId="{32796F81-47FF-4A69-8588-9AFAD5D9893E}" srcOrd="5" destOrd="0" presId="urn:microsoft.com/office/officeart/2005/8/layout/orgChart1"/>
    <dgm:cxn modelId="{BCE9CA40-51A2-45F1-BD7B-522E4F466789}" type="presParOf" srcId="{32796F81-47FF-4A69-8588-9AFAD5D9893E}" destId="{38A28B95-8A54-482E-8034-C34F05A3B50F}" srcOrd="0" destOrd="0" presId="urn:microsoft.com/office/officeart/2005/8/layout/orgChart1"/>
    <dgm:cxn modelId="{5B548EB5-75DD-4545-B8B0-271EBE930931}" type="presParOf" srcId="{38A28B95-8A54-482E-8034-C34F05A3B50F}" destId="{72B58B53-CB41-415B-A647-2FE149A7F0D7}" srcOrd="0" destOrd="0" presId="urn:microsoft.com/office/officeart/2005/8/layout/orgChart1"/>
    <dgm:cxn modelId="{5503EB77-9289-4D7C-B386-3BB0CDDC1FBB}" type="presParOf" srcId="{38A28B95-8A54-482E-8034-C34F05A3B50F}" destId="{106FC601-80DB-4230-B480-9C197AED75FF}" srcOrd="1" destOrd="0" presId="urn:microsoft.com/office/officeart/2005/8/layout/orgChart1"/>
    <dgm:cxn modelId="{2750CD40-5A0D-44B0-B426-7A03F45160C5}" type="presParOf" srcId="{32796F81-47FF-4A69-8588-9AFAD5D9893E}" destId="{0C4FE26B-ECC1-4CB3-B710-718BED1F3C78}" srcOrd="1" destOrd="0" presId="urn:microsoft.com/office/officeart/2005/8/layout/orgChart1"/>
    <dgm:cxn modelId="{AF28EA32-4343-44C8-88A5-326E81557A2E}" type="presParOf" srcId="{32796F81-47FF-4A69-8588-9AFAD5D9893E}" destId="{5EF0928E-9F5B-49DF-81E4-F024CEAB67A6}" srcOrd="2" destOrd="0" presId="urn:microsoft.com/office/officeart/2005/8/layout/orgChart1"/>
    <dgm:cxn modelId="{DFB980AF-757F-4DFA-B512-1E2D2FD09D31}" type="presParOf" srcId="{E9D918C0-80C7-4ACA-A8E8-045D7892A159}" destId="{550D5841-0D30-4085-B945-6EB7CAB9F8B4}" srcOrd="6" destOrd="0" presId="urn:microsoft.com/office/officeart/2005/8/layout/orgChart1"/>
    <dgm:cxn modelId="{B20C003F-CC6F-4700-AE2A-6FA8286BEB7B}" type="presParOf" srcId="{E9D918C0-80C7-4ACA-A8E8-045D7892A159}" destId="{13DC445F-B04E-4E79-BDB2-7944191F5230}" srcOrd="7" destOrd="0" presId="urn:microsoft.com/office/officeart/2005/8/layout/orgChart1"/>
    <dgm:cxn modelId="{EFDE73E9-1EF2-41BA-ADC7-835ACC088651}" type="presParOf" srcId="{13DC445F-B04E-4E79-BDB2-7944191F5230}" destId="{7AF3CEC9-0C8F-4996-942C-60E9D9759787}" srcOrd="0" destOrd="0" presId="urn:microsoft.com/office/officeart/2005/8/layout/orgChart1"/>
    <dgm:cxn modelId="{198F65D3-05B2-48E4-B54D-D30C81658C2E}" type="presParOf" srcId="{7AF3CEC9-0C8F-4996-942C-60E9D9759787}" destId="{2CA67120-1220-4198-9735-A68443336A2B}" srcOrd="0" destOrd="0" presId="urn:microsoft.com/office/officeart/2005/8/layout/orgChart1"/>
    <dgm:cxn modelId="{A694D9F6-81C8-4B2B-BDB4-F341F14F6BA7}" type="presParOf" srcId="{7AF3CEC9-0C8F-4996-942C-60E9D9759787}" destId="{CDE3E81B-D6EA-453D-A396-7F5F0B42FF8E}" srcOrd="1" destOrd="0" presId="urn:microsoft.com/office/officeart/2005/8/layout/orgChart1"/>
    <dgm:cxn modelId="{5D8CE003-FA79-48DC-8350-9D2B9EB1D056}" type="presParOf" srcId="{13DC445F-B04E-4E79-BDB2-7944191F5230}" destId="{CA4114A6-05F9-4653-A21A-34AC31BD3581}" srcOrd="1" destOrd="0" presId="urn:microsoft.com/office/officeart/2005/8/layout/orgChart1"/>
    <dgm:cxn modelId="{18A4225F-80C9-4CF3-A4ED-509655C8C9D9}" type="presParOf" srcId="{13DC445F-B04E-4E79-BDB2-7944191F5230}" destId="{F8F6DB99-00F1-4899-91A1-4839953E54E9}" srcOrd="2" destOrd="0" presId="urn:microsoft.com/office/officeart/2005/8/layout/orgChart1"/>
    <dgm:cxn modelId="{520588AB-8258-4CE3-96C6-6A2B87929479}" type="presParOf" srcId="{E9D918C0-80C7-4ACA-A8E8-045D7892A159}" destId="{CA7B1615-B2F9-40D8-BEA2-2D47CBA01C38}" srcOrd="8" destOrd="0" presId="urn:microsoft.com/office/officeart/2005/8/layout/orgChart1"/>
    <dgm:cxn modelId="{15B07D20-A15C-47B8-9169-562BAD5235B4}" type="presParOf" srcId="{E9D918C0-80C7-4ACA-A8E8-045D7892A159}" destId="{5FE94555-6294-4CE2-AFB9-D606E8CEF44C}" srcOrd="9" destOrd="0" presId="urn:microsoft.com/office/officeart/2005/8/layout/orgChart1"/>
    <dgm:cxn modelId="{BE155305-C966-43B4-BE75-81F1EB9CB4EC}" type="presParOf" srcId="{5FE94555-6294-4CE2-AFB9-D606E8CEF44C}" destId="{404F7A7C-9B9D-4AF1-872C-CBAFE095C89B}" srcOrd="0" destOrd="0" presId="urn:microsoft.com/office/officeart/2005/8/layout/orgChart1"/>
    <dgm:cxn modelId="{AA8E6BBB-4C38-4415-935B-6B5C5D90B38A}" type="presParOf" srcId="{404F7A7C-9B9D-4AF1-872C-CBAFE095C89B}" destId="{1E000801-3B29-476A-AD6C-B9A76A71CEC2}" srcOrd="0" destOrd="0" presId="urn:microsoft.com/office/officeart/2005/8/layout/orgChart1"/>
    <dgm:cxn modelId="{F7812300-941B-47CD-9A3B-F9EE6C92C732}" type="presParOf" srcId="{404F7A7C-9B9D-4AF1-872C-CBAFE095C89B}" destId="{B62EF257-F7DE-45DC-9ACE-E903A2C25A4D}" srcOrd="1" destOrd="0" presId="urn:microsoft.com/office/officeart/2005/8/layout/orgChart1"/>
    <dgm:cxn modelId="{C336C65A-A189-4BA1-8C52-6984D11C5742}" type="presParOf" srcId="{5FE94555-6294-4CE2-AFB9-D606E8CEF44C}" destId="{990DDFA9-FD32-4E86-8DEF-3A2C06E70BB5}" srcOrd="1" destOrd="0" presId="urn:microsoft.com/office/officeart/2005/8/layout/orgChart1"/>
    <dgm:cxn modelId="{FBB78A10-CFA0-4C53-A9A5-0525BFE4E0A9}" type="presParOf" srcId="{5FE94555-6294-4CE2-AFB9-D606E8CEF44C}" destId="{AAE2DDFC-D70C-4D05-9E6E-20997BB8115A}" srcOrd="2" destOrd="0" presId="urn:microsoft.com/office/officeart/2005/8/layout/orgChart1"/>
    <dgm:cxn modelId="{59AC3C65-804B-4FF8-9F96-2C544E2BFD1D}" type="presParOf" srcId="{DAE603B1-FA96-46B2-8B4A-81A19A64AF59}" destId="{39512838-B1EA-4A50-B067-26D91E863D65}" srcOrd="2" destOrd="0" presId="urn:microsoft.com/office/officeart/2005/8/layout/orgChart1"/>
    <dgm:cxn modelId="{53DF0983-6774-496F-ADD3-53C7534F4560}" type="presParOf" srcId="{3868A343-8E9B-4345-A5AD-D24FFAEECD6E}" destId="{19C0716C-471B-4B6B-A508-B5AF3A4D398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92322E-BA44-4578-B623-56E47207D31C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ABEFFBC-063B-460B-893A-80B72CAA7C28}">
      <dgm:prSet phldrT="[Text]"/>
      <dgm:spPr/>
      <dgm:t>
        <a:bodyPr/>
        <a:lstStyle/>
        <a:p>
          <a:r>
            <a:rPr lang="en-US" dirty="0"/>
            <a:t>Plain &amp; Sweet</a:t>
          </a:r>
        </a:p>
      </dgm:t>
    </dgm:pt>
    <dgm:pt modelId="{BD51B6BF-4F23-479E-AB08-352C00CA69A1}" type="parTrans" cxnId="{A33927B4-A195-4346-926E-E6F208B793C8}">
      <dgm:prSet/>
      <dgm:spPr/>
      <dgm:t>
        <a:bodyPr/>
        <a:lstStyle/>
        <a:p>
          <a:endParaRPr lang="en-US"/>
        </a:p>
      </dgm:t>
    </dgm:pt>
    <dgm:pt modelId="{3ABF46E8-FC46-4F9B-AE8A-99B68D9A3758}" type="sibTrans" cxnId="{A33927B4-A195-4346-926E-E6F208B793C8}">
      <dgm:prSet/>
      <dgm:spPr/>
      <dgm:t>
        <a:bodyPr/>
        <a:lstStyle/>
        <a:p>
          <a:endParaRPr lang="en-US"/>
        </a:p>
      </dgm:t>
    </dgm:pt>
    <dgm:pt modelId="{A0FED26B-90D9-4ECF-9E5A-2E378E4F4C9B}">
      <dgm:prSet phldrT="[Text]"/>
      <dgm:spPr/>
      <dgm:t>
        <a:bodyPr/>
        <a:lstStyle/>
        <a:p>
          <a:r>
            <a:rPr lang="en-US" dirty="0"/>
            <a:t>Candi</a:t>
          </a:r>
        </a:p>
      </dgm:t>
    </dgm:pt>
    <dgm:pt modelId="{E3D10F70-7855-44A0-A059-318E56347044}" type="parTrans" cxnId="{998C1C2C-0F16-40EC-A098-DB741AB39E7E}">
      <dgm:prSet/>
      <dgm:spPr/>
      <dgm:t>
        <a:bodyPr/>
        <a:lstStyle/>
        <a:p>
          <a:endParaRPr lang="en-US"/>
        </a:p>
      </dgm:t>
    </dgm:pt>
    <dgm:pt modelId="{681ED4AA-BC81-4EA3-8076-148B1E85BAE1}" type="sibTrans" cxnId="{998C1C2C-0F16-40EC-A098-DB741AB39E7E}">
      <dgm:prSet/>
      <dgm:spPr/>
      <dgm:t>
        <a:bodyPr/>
        <a:lstStyle/>
        <a:p>
          <a:endParaRPr lang="en-US"/>
        </a:p>
      </dgm:t>
    </dgm:pt>
    <dgm:pt modelId="{17AD84E6-A23F-404F-A29A-F272F57120C0}">
      <dgm:prSet phldrT="[Text]"/>
      <dgm:spPr/>
      <dgm:t>
        <a:bodyPr/>
        <a:lstStyle/>
        <a:p>
          <a:r>
            <a:rPr lang="en-US" dirty="0"/>
            <a:t>Gala</a:t>
          </a:r>
        </a:p>
      </dgm:t>
    </dgm:pt>
    <dgm:pt modelId="{20473351-FBD7-4F7A-B741-E64837776AAA}" type="parTrans" cxnId="{8B65719F-5EF0-43D1-BDFE-77256C6AECDE}">
      <dgm:prSet/>
      <dgm:spPr/>
      <dgm:t>
        <a:bodyPr/>
        <a:lstStyle/>
        <a:p>
          <a:endParaRPr lang="en-US"/>
        </a:p>
      </dgm:t>
    </dgm:pt>
    <dgm:pt modelId="{07AEE22E-D011-4B7C-9F78-A2B1F69730D1}" type="sibTrans" cxnId="{8B65719F-5EF0-43D1-BDFE-77256C6AECDE}">
      <dgm:prSet/>
      <dgm:spPr/>
      <dgm:t>
        <a:bodyPr/>
        <a:lstStyle/>
        <a:p>
          <a:endParaRPr lang="en-US"/>
        </a:p>
      </dgm:t>
    </dgm:pt>
    <dgm:pt modelId="{D89C3A36-C824-4D72-96BF-E0A0FEB19825}">
      <dgm:prSet phldrT="[Text]"/>
      <dgm:spPr/>
      <dgm:t>
        <a:bodyPr/>
        <a:lstStyle/>
        <a:p>
          <a:r>
            <a:rPr lang="en-US" dirty="0"/>
            <a:t>Tiger</a:t>
          </a:r>
        </a:p>
      </dgm:t>
    </dgm:pt>
    <dgm:pt modelId="{03D8B557-DD05-49E2-9DAE-50C050039500}" type="parTrans" cxnId="{BF5132D0-9C36-4D51-BACF-642D049A67A8}">
      <dgm:prSet/>
      <dgm:spPr/>
      <dgm:t>
        <a:bodyPr/>
        <a:lstStyle/>
        <a:p>
          <a:endParaRPr lang="en-US"/>
        </a:p>
      </dgm:t>
    </dgm:pt>
    <dgm:pt modelId="{BB14DB5B-E84B-4F6F-A3CC-B8D8DBAC835F}" type="sibTrans" cxnId="{BF5132D0-9C36-4D51-BACF-642D049A67A8}">
      <dgm:prSet/>
      <dgm:spPr/>
      <dgm:t>
        <a:bodyPr/>
        <a:lstStyle/>
        <a:p>
          <a:endParaRPr lang="en-US"/>
        </a:p>
      </dgm:t>
    </dgm:pt>
    <dgm:pt modelId="{83CEF5C5-051C-4322-9983-9C242B60D0ED}">
      <dgm:prSet/>
      <dgm:spPr/>
      <dgm:t>
        <a:bodyPr/>
        <a:lstStyle/>
        <a:p>
          <a:r>
            <a:rPr lang="en-US" dirty="0"/>
            <a:t>Snack Pack</a:t>
          </a:r>
        </a:p>
        <a:p>
          <a:r>
            <a:rPr lang="en-US" dirty="0"/>
            <a:t>Rs. 25</a:t>
          </a:r>
        </a:p>
      </dgm:t>
    </dgm:pt>
    <dgm:pt modelId="{BBC65B2A-EF15-450B-A400-7C425384623C}" type="parTrans" cxnId="{7EF2F384-97DA-435E-957E-10696A356871}">
      <dgm:prSet/>
      <dgm:spPr/>
      <dgm:t>
        <a:bodyPr/>
        <a:lstStyle/>
        <a:p>
          <a:endParaRPr lang="en-US"/>
        </a:p>
      </dgm:t>
    </dgm:pt>
    <dgm:pt modelId="{89176064-B22B-47AC-960A-6272B0087114}" type="sibTrans" cxnId="{7EF2F384-97DA-435E-957E-10696A356871}">
      <dgm:prSet/>
      <dgm:spPr/>
      <dgm:t>
        <a:bodyPr/>
        <a:lstStyle/>
        <a:p>
          <a:endParaRPr lang="en-US"/>
        </a:p>
      </dgm:t>
    </dgm:pt>
    <dgm:pt modelId="{F342241B-703A-47BD-835C-9D2E80A2B517}">
      <dgm:prSet/>
      <dgm:spPr/>
      <dgm:t>
        <a:bodyPr/>
        <a:lstStyle/>
        <a:p>
          <a:r>
            <a:rPr lang="en-US" dirty="0"/>
            <a:t>Family Pack</a:t>
          </a:r>
        </a:p>
        <a:p>
          <a:r>
            <a:rPr lang="en-US" dirty="0"/>
            <a:t>Rs. 50</a:t>
          </a:r>
        </a:p>
      </dgm:t>
    </dgm:pt>
    <dgm:pt modelId="{8D7E1FDD-9B15-4B8E-8777-93775B083921}" type="parTrans" cxnId="{71EE6036-8EFA-427E-A866-6C3AF887293F}">
      <dgm:prSet/>
      <dgm:spPr/>
      <dgm:t>
        <a:bodyPr/>
        <a:lstStyle/>
        <a:p>
          <a:endParaRPr lang="en-US"/>
        </a:p>
      </dgm:t>
    </dgm:pt>
    <dgm:pt modelId="{8190B6D3-7FAD-4F2F-9B13-132037989C17}" type="sibTrans" cxnId="{71EE6036-8EFA-427E-A866-6C3AF887293F}">
      <dgm:prSet/>
      <dgm:spPr/>
      <dgm:t>
        <a:bodyPr/>
        <a:lstStyle/>
        <a:p>
          <a:endParaRPr lang="en-US"/>
        </a:p>
      </dgm:t>
    </dgm:pt>
    <dgm:pt modelId="{2D8CD7D6-9223-473D-BFE6-3DED38AFA8CB}">
      <dgm:prSet/>
      <dgm:spPr/>
      <dgm:t>
        <a:bodyPr/>
        <a:lstStyle/>
        <a:p>
          <a:r>
            <a:rPr lang="en-US" dirty="0" err="1"/>
            <a:t>Ticky</a:t>
          </a:r>
          <a:r>
            <a:rPr lang="en-US" dirty="0"/>
            <a:t> Pack</a:t>
          </a:r>
        </a:p>
        <a:p>
          <a:r>
            <a:rPr lang="en-US" dirty="0"/>
            <a:t>Rs. 5</a:t>
          </a:r>
        </a:p>
      </dgm:t>
    </dgm:pt>
    <dgm:pt modelId="{259C5269-4794-4C56-9DEF-03DE280B3B36}" type="parTrans" cxnId="{2E86BB36-48FA-47AE-91C1-47CD90461DB9}">
      <dgm:prSet/>
      <dgm:spPr/>
      <dgm:t>
        <a:bodyPr/>
        <a:lstStyle/>
        <a:p>
          <a:endParaRPr lang="en-US"/>
        </a:p>
      </dgm:t>
    </dgm:pt>
    <dgm:pt modelId="{48F3D30A-8B0B-4698-BA8D-05A11A7978F5}" type="sibTrans" cxnId="{2E86BB36-48FA-47AE-91C1-47CD90461DB9}">
      <dgm:prSet/>
      <dgm:spPr/>
      <dgm:t>
        <a:bodyPr/>
        <a:lstStyle/>
        <a:p>
          <a:endParaRPr lang="en-US"/>
        </a:p>
      </dgm:t>
    </dgm:pt>
    <dgm:pt modelId="{71613045-AE9F-49DC-90F5-6670691C6A58}">
      <dgm:prSet/>
      <dgm:spPr/>
      <dgm:t>
        <a:bodyPr/>
        <a:lstStyle/>
        <a:p>
          <a:r>
            <a:rPr lang="en-US" dirty="0"/>
            <a:t>Snack Pack</a:t>
          </a:r>
        </a:p>
        <a:p>
          <a:r>
            <a:rPr lang="en-US" dirty="0"/>
            <a:t>Rs.25</a:t>
          </a:r>
        </a:p>
      </dgm:t>
    </dgm:pt>
    <dgm:pt modelId="{F6954F3A-98B2-47F3-AA3E-7063CA0D71CC}" type="parTrans" cxnId="{DE47A602-4FDF-4298-9DC8-BCE8EA75F1B2}">
      <dgm:prSet/>
      <dgm:spPr/>
      <dgm:t>
        <a:bodyPr/>
        <a:lstStyle/>
        <a:p>
          <a:endParaRPr lang="en-US"/>
        </a:p>
      </dgm:t>
    </dgm:pt>
    <dgm:pt modelId="{B3CA6221-4217-4A36-BC15-72E7B5616354}" type="sibTrans" cxnId="{DE47A602-4FDF-4298-9DC8-BCE8EA75F1B2}">
      <dgm:prSet/>
      <dgm:spPr/>
      <dgm:t>
        <a:bodyPr/>
        <a:lstStyle/>
        <a:p>
          <a:endParaRPr lang="en-US"/>
        </a:p>
      </dgm:t>
    </dgm:pt>
    <dgm:pt modelId="{812383B8-82AD-487C-ABCD-31ADEF8C010E}">
      <dgm:prSet/>
      <dgm:spPr/>
      <dgm:t>
        <a:bodyPr/>
        <a:lstStyle/>
        <a:p>
          <a:r>
            <a:rPr lang="en-US" dirty="0"/>
            <a:t>Family Pack</a:t>
          </a:r>
        </a:p>
        <a:p>
          <a:r>
            <a:rPr lang="en-US" dirty="0"/>
            <a:t>Rs. 50</a:t>
          </a:r>
        </a:p>
      </dgm:t>
    </dgm:pt>
    <dgm:pt modelId="{10E5B13A-A59B-4D27-82C3-25AAC83E050B}" type="parTrans" cxnId="{8CA7B308-55AF-45FC-8388-DEC30EC5C712}">
      <dgm:prSet/>
      <dgm:spPr/>
      <dgm:t>
        <a:bodyPr/>
        <a:lstStyle/>
        <a:p>
          <a:endParaRPr lang="en-US"/>
        </a:p>
      </dgm:t>
    </dgm:pt>
    <dgm:pt modelId="{586D5A12-2187-4213-ABB5-279608F09606}" type="sibTrans" cxnId="{8CA7B308-55AF-45FC-8388-DEC30EC5C712}">
      <dgm:prSet/>
      <dgm:spPr/>
      <dgm:t>
        <a:bodyPr/>
        <a:lstStyle/>
        <a:p>
          <a:endParaRPr lang="en-US"/>
        </a:p>
      </dgm:t>
    </dgm:pt>
    <dgm:pt modelId="{1B74BA1E-3835-4521-9FFA-F199E865F60A}">
      <dgm:prSet/>
      <dgm:spPr/>
      <dgm:t>
        <a:bodyPr/>
        <a:lstStyle/>
        <a:p>
          <a:r>
            <a:rPr lang="en-US" dirty="0" err="1"/>
            <a:t>Ticky</a:t>
          </a:r>
          <a:r>
            <a:rPr lang="en-US" dirty="0"/>
            <a:t> Pack</a:t>
          </a:r>
        </a:p>
        <a:p>
          <a:r>
            <a:rPr lang="en-US" dirty="0"/>
            <a:t>Rs. 5</a:t>
          </a:r>
        </a:p>
      </dgm:t>
    </dgm:pt>
    <dgm:pt modelId="{E6E03626-F31C-41AB-88AE-8C9F2AEAE9C1}" type="parTrans" cxnId="{FBCAB838-3572-410A-8F45-7AF928525F90}">
      <dgm:prSet/>
      <dgm:spPr/>
      <dgm:t>
        <a:bodyPr/>
        <a:lstStyle/>
        <a:p>
          <a:endParaRPr lang="en-US"/>
        </a:p>
      </dgm:t>
    </dgm:pt>
    <dgm:pt modelId="{E3B3725F-2FB1-446A-B612-8B7B18F55C6B}" type="sibTrans" cxnId="{FBCAB838-3572-410A-8F45-7AF928525F90}">
      <dgm:prSet/>
      <dgm:spPr/>
      <dgm:t>
        <a:bodyPr/>
        <a:lstStyle/>
        <a:p>
          <a:endParaRPr lang="en-US"/>
        </a:p>
      </dgm:t>
    </dgm:pt>
    <dgm:pt modelId="{62C94A30-E7DF-479E-A9A5-02166F76251A}">
      <dgm:prSet/>
      <dgm:spPr/>
      <dgm:t>
        <a:bodyPr/>
        <a:lstStyle/>
        <a:p>
          <a:r>
            <a:rPr lang="en-US" dirty="0"/>
            <a:t>Bar Pack</a:t>
          </a:r>
        </a:p>
        <a:p>
          <a:r>
            <a:rPr lang="en-US" dirty="0"/>
            <a:t>Rs. 10</a:t>
          </a:r>
        </a:p>
      </dgm:t>
    </dgm:pt>
    <dgm:pt modelId="{41F2895F-C344-477A-A38E-66BEDEF3D976}" type="parTrans" cxnId="{FA4D96C9-C1C0-4FA1-99AB-C06473A47CAB}">
      <dgm:prSet/>
      <dgm:spPr/>
      <dgm:t>
        <a:bodyPr/>
        <a:lstStyle/>
        <a:p>
          <a:endParaRPr lang="en-US"/>
        </a:p>
      </dgm:t>
    </dgm:pt>
    <dgm:pt modelId="{04E71C0C-98CE-4306-AAA9-7281B8DD2F3F}" type="sibTrans" cxnId="{FA4D96C9-C1C0-4FA1-99AB-C06473A47CAB}">
      <dgm:prSet/>
      <dgm:spPr/>
      <dgm:t>
        <a:bodyPr/>
        <a:lstStyle/>
        <a:p>
          <a:endParaRPr lang="en-US"/>
        </a:p>
      </dgm:t>
    </dgm:pt>
    <dgm:pt modelId="{52354437-A8FB-41A4-8B23-7365EA9EB43C}">
      <dgm:prSet/>
      <dgm:spPr/>
      <dgm:t>
        <a:bodyPr/>
        <a:lstStyle/>
        <a:p>
          <a:r>
            <a:rPr lang="en-US" dirty="0" err="1"/>
            <a:t>Ticky</a:t>
          </a:r>
          <a:r>
            <a:rPr lang="en-US" dirty="0"/>
            <a:t> Pack</a:t>
          </a:r>
        </a:p>
        <a:p>
          <a:r>
            <a:rPr lang="en-US" dirty="0"/>
            <a:t>Rs. 5</a:t>
          </a:r>
        </a:p>
      </dgm:t>
    </dgm:pt>
    <dgm:pt modelId="{B78FBFEE-837D-431F-B1CA-5336F8B06A72}" type="parTrans" cxnId="{38BAAE05-4B21-4AB0-A6A9-D2D7E806CC79}">
      <dgm:prSet/>
      <dgm:spPr/>
      <dgm:t>
        <a:bodyPr/>
        <a:lstStyle/>
        <a:p>
          <a:endParaRPr lang="en-US"/>
        </a:p>
      </dgm:t>
    </dgm:pt>
    <dgm:pt modelId="{6875839F-F8D2-46D2-80CE-55B2A280F162}" type="sibTrans" cxnId="{38BAAE05-4B21-4AB0-A6A9-D2D7E806CC79}">
      <dgm:prSet/>
      <dgm:spPr/>
      <dgm:t>
        <a:bodyPr/>
        <a:lstStyle/>
        <a:p>
          <a:endParaRPr lang="en-US"/>
        </a:p>
      </dgm:t>
    </dgm:pt>
    <dgm:pt modelId="{A5640D2E-2805-47EE-975C-4E0B9A8DE2EF}">
      <dgm:prSet/>
      <dgm:spPr/>
      <dgm:t>
        <a:bodyPr/>
        <a:lstStyle/>
        <a:p>
          <a:r>
            <a:rPr lang="en-US" dirty="0"/>
            <a:t>Bar Pack</a:t>
          </a:r>
        </a:p>
        <a:p>
          <a:r>
            <a:rPr lang="en-US" dirty="0"/>
            <a:t>Rs. 10</a:t>
          </a:r>
        </a:p>
      </dgm:t>
    </dgm:pt>
    <dgm:pt modelId="{FEAE9E46-A354-491E-B8DB-FBA9AA45D797}" type="parTrans" cxnId="{90B8AE98-B6B4-4660-9E62-CDBB1F563651}">
      <dgm:prSet/>
      <dgm:spPr/>
    </dgm:pt>
    <dgm:pt modelId="{A0DFCB74-0E84-430F-8459-6E1CAC2F7561}" type="sibTrans" cxnId="{90B8AE98-B6B4-4660-9E62-CDBB1F563651}">
      <dgm:prSet/>
      <dgm:spPr/>
    </dgm:pt>
    <dgm:pt modelId="{6144B010-94A0-4F13-B18B-A6731108FC06}" type="pres">
      <dgm:prSet presAssocID="{5992322E-BA44-4578-B623-56E47207D31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15D1154-E5C0-4010-820B-AEA1729CAEC4}" type="pres">
      <dgm:prSet presAssocID="{2ABEFFBC-063B-460B-893A-80B72CAA7C28}" presName="hierRoot1" presStyleCnt="0">
        <dgm:presLayoutVars>
          <dgm:hierBranch val="init"/>
        </dgm:presLayoutVars>
      </dgm:prSet>
      <dgm:spPr/>
    </dgm:pt>
    <dgm:pt modelId="{664DF2FC-D8C0-4A52-96F0-CC7333FFE729}" type="pres">
      <dgm:prSet presAssocID="{2ABEFFBC-063B-460B-893A-80B72CAA7C28}" presName="rootComposite1" presStyleCnt="0"/>
      <dgm:spPr/>
    </dgm:pt>
    <dgm:pt modelId="{C9527763-4255-46DD-866E-8A8A69B386A3}" type="pres">
      <dgm:prSet presAssocID="{2ABEFFBC-063B-460B-893A-80B72CAA7C28}" presName="rootText1" presStyleLbl="node0" presStyleIdx="0" presStyleCnt="1">
        <dgm:presLayoutVars>
          <dgm:chPref val="3"/>
        </dgm:presLayoutVars>
      </dgm:prSet>
      <dgm:spPr/>
    </dgm:pt>
    <dgm:pt modelId="{E99F91F8-442B-4BAD-88F7-3D69353CD2CD}" type="pres">
      <dgm:prSet presAssocID="{2ABEFFBC-063B-460B-893A-80B72CAA7C28}" presName="rootConnector1" presStyleLbl="node1" presStyleIdx="0" presStyleCnt="0"/>
      <dgm:spPr/>
    </dgm:pt>
    <dgm:pt modelId="{7B8D69D9-88E3-4389-8572-C5FDD392448C}" type="pres">
      <dgm:prSet presAssocID="{2ABEFFBC-063B-460B-893A-80B72CAA7C28}" presName="hierChild2" presStyleCnt="0"/>
      <dgm:spPr/>
    </dgm:pt>
    <dgm:pt modelId="{6398929D-B18C-40C5-817C-FC192F669F9B}" type="pres">
      <dgm:prSet presAssocID="{E3D10F70-7855-44A0-A059-318E56347044}" presName="Name37" presStyleLbl="parChTrans1D2" presStyleIdx="0" presStyleCnt="3"/>
      <dgm:spPr/>
    </dgm:pt>
    <dgm:pt modelId="{B9E1F6DC-03B6-49A9-8E78-62F8B5A3594B}" type="pres">
      <dgm:prSet presAssocID="{A0FED26B-90D9-4ECF-9E5A-2E378E4F4C9B}" presName="hierRoot2" presStyleCnt="0">
        <dgm:presLayoutVars>
          <dgm:hierBranch val="init"/>
        </dgm:presLayoutVars>
      </dgm:prSet>
      <dgm:spPr/>
    </dgm:pt>
    <dgm:pt modelId="{55EDC31B-51C8-4B14-91C8-ED571D9FE5D8}" type="pres">
      <dgm:prSet presAssocID="{A0FED26B-90D9-4ECF-9E5A-2E378E4F4C9B}" presName="rootComposite" presStyleCnt="0"/>
      <dgm:spPr/>
    </dgm:pt>
    <dgm:pt modelId="{A1B6507C-2A54-4CE8-B96F-71F7408F1B76}" type="pres">
      <dgm:prSet presAssocID="{A0FED26B-90D9-4ECF-9E5A-2E378E4F4C9B}" presName="rootText" presStyleLbl="node2" presStyleIdx="0" presStyleCnt="3">
        <dgm:presLayoutVars>
          <dgm:chPref val="3"/>
        </dgm:presLayoutVars>
      </dgm:prSet>
      <dgm:spPr/>
    </dgm:pt>
    <dgm:pt modelId="{BF476001-1149-4678-8D12-CE572B394826}" type="pres">
      <dgm:prSet presAssocID="{A0FED26B-90D9-4ECF-9E5A-2E378E4F4C9B}" presName="rootConnector" presStyleLbl="node2" presStyleIdx="0" presStyleCnt="3"/>
      <dgm:spPr/>
    </dgm:pt>
    <dgm:pt modelId="{20D7A3A5-46DD-4446-83DB-2FE4A001FF5D}" type="pres">
      <dgm:prSet presAssocID="{A0FED26B-90D9-4ECF-9E5A-2E378E4F4C9B}" presName="hierChild4" presStyleCnt="0"/>
      <dgm:spPr/>
    </dgm:pt>
    <dgm:pt modelId="{68CEE676-F1F6-421C-8E9B-0264F66019BC}" type="pres">
      <dgm:prSet presAssocID="{BBC65B2A-EF15-450B-A400-7C425384623C}" presName="Name37" presStyleLbl="parChTrans1D3" presStyleIdx="0" presStyleCnt="9"/>
      <dgm:spPr/>
    </dgm:pt>
    <dgm:pt modelId="{67E1AC35-636F-4A7B-8B68-20D00A491C8B}" type="pres">
      <dgm:prSet presAssocID="{83CEF5C5-051C-4322-9983-9C242B60D0ED}" presName="hierRoot2" presStyleCnt="0">
        <dgm:presLayoutVars>
          <dgm:hierBranch val="init"/>
        </dgm:presLayoutVars>
      </dgm:prSet>
      <dgm:spPr/>
    </dgm:pt>
    <dgm:pt modelId="{968B9162-B770-402D-810D-65B9ADAE37B5}" type="pres">
      <dgm:prSet presAssocID="{83CEF5C5-051C-4322-9983-9C242B60D0ED}" presName="rootComposite" presStyleCnt="0"/>
      <dgm:spPr/>
    </dgm:pt>
    <dgm:pt modelId="{651F88A9-DF2E-4E12-BA3F-9EA43DDB9590}" type="pres">
      <dgm:prSet presAssocID="{83CEF5C5-051C-4322-9983-9C242B60D0ED}" presName="rootText" presStyleLbl="node3" presStyleIdx="0" presStyleCnt="9">
        <dgm:presLayoutVars>
          <dgm:chPref val="3"/>
        </dgm:presLayoutVars>
      </dgm:prSet>
      <dgm:spPr/>
    </dgm:pt>
    <dgm:pt modelId="{B447313F-F8C9-4DFB-BD70-A0D7194C59C9}" type="pres">
      <dgm:prSet presAssocID="{83CEF5C5-051C-4322-9983-9C242B60D0ED}" presName="rootConnector" presStyleLbl="node3" presStyleIdx="0" presStyleCnt="9"/>
      <dgm:spPr/>
    </dgm:pt>
    <dgm:pt modelId="{734B68F1-4B78-4165-A628-4BBBCF6E2CFC}" type="pres">
      <dgm:prSet presAssocID="{83CEF5C5-051C-4322-9983-9C242B60D0ED}" presName="hierChild4" presStyleCnt="0"/>
      <dgm:spPr/>
    </dgm:pt>
    <dgm:pt modelId="{11C6C664-3B2C-4262-812C-D3CA1C09E75D}" type="pres">
      <dgm:prSet presAssocID="{83CEF5C5-051C-4322-9983-9C242B60D0ED}" presName="hierChild5" presStyleCnt="0"/>
      <dgm:spPr/>
    </dgm:pt>
    <dgm:pt modelId="{75DACF9F-2CB9-4C7A-8B56-AB09DDDB50E7}" type="pres">
      <dgm:prSet presAssocID="{8D7E1FDD-9B15-4B8E-8777-93775B083921}" presName="Name37" presStyleLbl="parChTrans1D3" presStyleIdx="1" presStyleCnt="9"/>
      <dgm:spPr/>
    </dgm:pt>
    <dgm:pt modelId="{73F8C0BD-3FB9-4457-BE92-9BE23C008ACC}" type="pres">
      <dgm:prSet presAssocID="{F342241B-703A-47BD-835C-9D2E80A2B517}" presName="hierRoot2" presStyleCnt="0">
        <dgm:presLayoutVars>
          <dgm:hierBranch val="init"/>
        </dgm:presLayoutVars>
      </dgm:prSet>
      <dgm:spPr/>
    </dgm:pt>
    <dgm:pt modelId="{6DEDA0E3-B8AE-4149-9FC2-A1CDBFCE34FD}" type="pres">
      <dgm:prSet presAssocID="{F342241B-703A-47BD-835C-9D2E80A2B517}" presName="rootComposite" presStyleCnt="0"/>
      <dgm:spPr/>
    </dgm:pt>
    <dgm:pt modelId="{3DC51C52-7531-4097-9658-4623C82757C7}" type="pres">
      <dgm:prSet presAssocID="{F342241B-703A-47BD-835C-9D2E80A2B517}" presName="rootText" presStyleLbl="node3" presStyleIdx="1" presStyleCnt="9">
        <dgm:presLayoutVars>
          <dgm:chPref val="3"/>
        </dgm:presLayoutVars>
      </dgm:prSet>
      <dgm:spPr/>
    </dgm:pt>
    <dgm:pt modelId="{CE2A51DB-35BC-4B45-89F4-50F688697148}" type="pres">
      <dgm:prSet presAssocID="{F342241B-703A-47BD-835C-9D2E80A2B517}" presName="rootConnector" presStyleLbl="node3" presStyleIdx="1" presStyleCnt="9"/>
      <dgm:spPr/>
    </dgm:pt>
    <dgm:pt modelId="{6D0F0FE3-1E76-470A-80BC-D29F3E29CE14}" type="pres">
      <dgm:prSet presAssocID="{F342241B-703A-47BD-835C-9D2E80A2B517}" presName="hierChild4" presStyleCnt="0"/>
      <dgm:spPr/>
    </dgm:pt>
    <dgm:pt modelId="{D9A02A95-984E-4993-AAB8-BDA8806E04E9}" type="pres">
      <dgm:prSet presAssocID="{F342241B-703A-47BD-835C-9D2E80A2B517}" presName="hierChild5" presStyleCnt="0"/>
      <dgm:spPr/>
    </dgm:pt>
    <dgm:pt modelId="{6DF1AFAC-F8B2-4A18-9726-A02542F5489A}" type="pres">
      <dgm:prSet presAssocID="{259C5269-4794-4C56-9DEF-03DE280B3B36}" presName="Name37" presStyleLbl="parChTrans1D3" presStyleIdx="2" presStyleCnt="9"/>
      <dgm:spPr/>
    </dgm:pt>
    <dgm:pt modelId="{ACE26649-CAB3-4F09-BFE7-94AA2E0648E1}" type="pres">
      <dgm:prSet presAssocID="{2D8CD7D6-9223-473D-BFE6-3DED38AFA8CB}" presName="hierRoot2" presStyleCnt="0">
        <dgm:presLayoutVars>
          <dgm:hierBranch val="init"/>
        </dgm:presLayoutVars>
      </dgm:prSet>
      <dgm:spPr/>
    </dgm:pt>
    <dgm:pt modelId="{49F7CAC7-DDB9-4B94-B8C6-16CE52D69612}" type="pres">
      <dgm:prSet presAssocID="{2D8CD7D6-9223-473D-BFE6-3DED38AFA8CB}" presName="rootComposite" presStyleCnt="0"/>
      <dgm:spPr/>
    </dgm:pt>
    <dgm:pt modelId="{BC92E8C8-EB4D-4738-B253-1558FD8D6AA0}" type="pres">
      <dgm:prSet presAssocID="{2D8CD7D6-9223-473D-BFE6-3DED38AFA8CB}" presName="rootText" presStyleLbl="node3" presStyleIdx="2" presStyleCnt="9">
        <dgm:presLayoutVars>
          <dgm:chPref val="3"/>
        </dgm:presLayoutVars>
      </dgm:prSet>
      <dgm:spPr/>
    </dgm:pt>
    <dgm:pt modelId="{498DDA32-5BF6-4AD4-986F-5A4AEF7E5038}" type="pres">
      <dgm:prSet presAssocID="{2D8CD7D6-9223-473D-BFE6-3DED38AFA8CB}" presName="rootConnector" presStyleLbl="node3" presStyleIdx="2" presStyleCnt="9"/>
      <dgm:spPr/>
    </dgm:pt>
    <dgm:pt modelId="{16C136EE-E235-4265-A330-84E774CB6578}" type="pres">
      <dgm:prSet presAssocID="{2D8CD7D6-9223-473D-BFE6-3DED38AFA8CB}" presName="hierChild4" presStyleCnt="0"/>
      <dgm:spPr/>
    </dgm:pt>
    <dgm:pt modelId="{F8ECBF10-3032-4758-A67B-172E3D29107C}" type="pres">
      <dgm:prSet presAssocID="{2D8CD7D6-9223-473D-BFE6-3DED38AFA8CB}" presName="hierChild5" presStyleCnt="0"/>
      <dgm:spPr/>
    </dgm:pt>
    <dgm:pt modelId="{BF8D67D8-11E7-4E8C-ABC5-305F8AB3CC7C}" type="pres">
      <dgm:prSet presAssocID="{FEAE9E46-A354-491E-B8DB-FBA9AA45D797}" presName="Name37" presStyleLbl="parChTrans1D3" presStyleIdx="3" presStyleCnt="9"/>
      <dgm:spPr/>
    </dgm:pt>
    <dgm:pt modelId="{D740152F-0739-4ECA-85C8-23C42A63E44F}" type="pres">
      <dgm:prSet presAssocID="{A5640D2E-2805-47EE-975C-4E0B9A8DE2EF}" presName="hierRoot2" presStyleCnt="0">
        <dgm:presLayoutVars>
          <dgm:hierBranch val="init"/>
        </dgm:presLayoutVars>
      </dgm:prSet>
      <dgm:spPr/>
    </dgm:pt>
    <dgm:pt modelId="{20B45BA8-9F26-47B1-AB79-FA5C5AC3FEBC}" type="pres">
      <dgm:prSet presAssocID="{A5640D2E-2805-47EE-975C-4E0B9A8DE2EF}" presName="rootComposite" presStyleCnt="0"/>
      <dgm:spPr/>
    </dgm:pt>
    <dgm:pt modelId="{6466D224-C4A8-479B-ABC9-A8DA3FE54A7E}" type="pres">
      <dgm:prSet presAssocID="{A5640D2E-2805-47EE-975C-4E0B9A8DE2EF}" presName="rootText" presStyleLbl="node3" presStyleIdx="3" presStyleCnt="9">
        <dgm:presLayoutVars>
          <dgm:chPref val="3"/>
        </dgm:presLayoutVars>
      </dgm:prSet>
      <dgm:spPr/>
    </dgm:pt>
    <dgm:pt modelId="{4900802B-C114-42D3-8ABD-2FA5F2932791}" type="pres">
      <dgm:prSet presAssocID="{A5640D2E-2805-47EE-975C-4E0B9A8DE2EF}" presName="rootConnector" presStyleLbl="node3" presStyleIdx="3" presStyleCnt="9"/>
      <dgm:spPr/>
    </dgm:pt>
    <dgm:pt modelId="{E31E809C-BFBE-4094-8634-7438A462437C}" type="pres">
      <dgm:prSet presAssocID="{A5640D2E-2805-47EE-975C-4E0B9A8DE2EF}" presName="hierChild4" presStyleCnt="0"/>
      <dgm:spPr/>
    </dgm:pt>
    <dgm:pt modelId="{C05F7D11-989E-4A4A-8CAA-DDFF689F05CF}" type="pres">
      <dgm:prSet presAssocID="{A5640D2E-2805-47EE-975C-4E0B9A8DE2EF}" presName="hierChild5" presStyleCnt="0"/>
      <dgm:spPr/>
    </dgm:pt>
    <dgm:pt modelId="{79481FAA-7473-4428-ADFD-F465B7819D47}" type="pres">
      <dgm:prSet presAssocID="{A0FED26B-90D9-4ECF-9E5A-2E378E4F4C9B}" presName="hierChild5" presStyleCnt="0"/>
      <dgm:spPr/>
    </dgm:pt>
    <dgm:pt modelId="{0F40629D-0044-4A45-9BCD-FFDBD1363D3D}" type="pres">
      <dgm:prSet presAssocID="{20473351-FBD7-4F7A-B741-E64837776AAA}" presName="Name37" presStyleLbl="parChTrans1D2" presStyleIdx="1" presStyleCnt="3"/>
      <dgm:spPr/>
    </dgm:pt>
    <dgm:pt modelId="{12713951-CBFD-4D00-8376-E2E3C15AECB0}" type="pres">
      <dgm:prSet presAssocID="{17AD84E6-A23F-404F-A29A-F272F57120C0}" presName="hierRoot2" presStyleCnt="0">
        <dgm:presLayoutVars>
          <dgm:hierBranch val="init"/>
        </dgm:presLayoutVars>
      </dgm:prSet>
      <dgm:spPr/>
    </dgm:pt>
    <dgm:pt modelId="{DF312EC6-A3A7-449E-B382-D415EC26FEC6}" type="pres">
      <dgm:prSet presAssocID="{17AD84E6-A23F-404F-A29A-F272F57120C0}" presName="rootComposite" presStyleCnt="0"/>
      <dgm:spPr/>
    </dgm:pt>
    <dgm:pt modelId="{2BC28215-2B27-4240-BD92-51B574D679D4}" type="pres">
      <dgm:prSet presAssocID="{17AD84E6-A23F-404F-A29A-F272F57120C0}" presName="rootText" presStyleLbl="node2" presStyleIdx="1" presStyleCnt="3">
        <dgm:presLayoutVars>
          <dgm:chPref val="3"/>
        </dgm:presLayoutVars>
      </dgm:prSet>
      <dgm:spPr/>
    </dgm:pt>
    <dgm:pt modelId="{C07E2330-A0B2-4D0A-AA47-8AE6F7E5168B}" type="pres">
      <dgm:prSet presAssocID="{17AD84E6-A23F-404F-A29A-F272F57120C0}" presName="rootConnector" presStyleLbl="node2" presStyleIdx="1" presStyleCnt="3"/>
      <dgm:spPr/>
    </dgm:pt>
    <dgm:pt modelId="{EEFC4814-5051-49B7-B78D-B238868C78E0}" type="pres">
      <dgm:prSet presAssocID="{17AD84E6-A23F-404F-A29A-F272F57120C0}" presName="hierChild4" presStyleCnt="0"/>
      <dgm:spPr/>
    </dgm:pt>
    <dgm:pt modelId="{818B4E77-339D-46A6-9CD6-88DAEE290287}" type="pres">
      <dgm:prSet presAssocID="{F6954F3A-98B2-47F3-AA3E-7063CA0D71CC}" presName="Name37" presStyleLbl="parChTrans1D3" presStyleIdx="4" presStyleCnt="9"/>
      <dgm:spPr/>
    </dgm:pt>
    <dgm:pt modelId="{28161E06-C4C9-476E-952B-E3E408D2B12C}" type="pres">
      <dgm:prSet presAssocID="{71613045-AE9F-49DC-90F5-6670691C6A58}" presName="hierRoot2" presStyleCnt="0">
        <dgm:presLayoutVars>
          <dgm:hierBranch val="init"/>
        </dgm:presLayoutVars>
      </dgm:prSet>
      <dgm:spPr/>
    </dgm:pt>
    <dgm:pt modelId="{EDD38A2A-3AA7-45C6-A80D-090E87711563}" type="pres">
      <dgm:prSet presAssocID="{71613045-AE9F-49DC-90F5-6670691C6A58}" presName="rootComposite" presStyleCnt="0"/>
      <dgm:spPr/>
    </dgm:pt>
    <dgm:pt modelId="{686FFBD6-0869-4F88-931B-C22F487539CE}" type="pres">
      <dgm:prSet presAssocID="{71613045-AE9F-49DC-90F5-6670691C6A58}" presName="rootText" presStyleLbl="node3" presStyleIdx="4" presStyleCnt="9">
        <dgm:presLayoutVars>
          <dgm:chPref val="3"/>
        </dgm:presLayoutVars>
      </dgm:prSet>
      <dgm:spPr/>
    </dgm:pt>
    <dgm:pt modelId="{9B13B27D-200C-452B-AB0E-B05B3E0C49E7}" type="pres">
      <dgm:prSet presAssocID="{71613045-AE9F-49DC-90F5-6670691C6A58}" presName="rootConnector" presStyleLbl="node3" presStyleIdx="4" presStyleCnt="9"/>
      <dgm:spPr/>
    </dgm:pt>
    <dgm:pt modelId="{C9405702-32F5-46B5-9E83-3C4E72305488}" type="pres">
      <dgm:prSet presAssocID="{71613045-AE9F-49DC-90F5-6670691C6A58}" presName="hierChild4" presStyleCnt="0"/>
      <dgm:spPr/>
    </dgm:pt>
    <dgm:pt modelId="{AB251FBC-DF14-4ABA-88CD-4BE7E105B135}" type="pres">
      <dgm:prSet presAssocID="{71613045-AE9F-49DC-90F5-6670691C6A58}" presName="hierChild5" presStyleCnt="0"/>
      <dgm:spPr/>
    </dgm:pt>
    <dgm:pt modelId="{E8D988E9-DBF4-43E6-A34C-1D474CA57FB4}" type="pres">
      <dgm:prSet presAssocID="{10E5B13A-A59B-4D27-82C3-25AAC83E050B}" presName="Name37" presStyleLbl="parChTrans1D3" presStyleIdx="5" presStyleCnt="9"/>
      <dgm:spPr/>
    </dgm:pt>
    <dgm:pt modelId="{AE48BBF6-0BDF-476E-8588-63FFD7CB6549}" type="pres">
      <dgm:prSet presAssocID="{812383B8-82AD-487C-ABCD-31ADEF8C010E}" presName="hierRoot2" presStyleCnt="0">
        <dgm:presLayoutVars>
          <dgm:hierBranch val="init"/>
        </dgm:presLayoutVars>
      </dgm:prSet>
      <dgm:spPr/>
    </dgm:pt>
    <dgm:pt modelId="{331A104D-84CB-4235-942B-D09CFECFD3ED}" type="pres">
      <dgm:prSet presAssocID="{812383B8-82AD-487C-ABCD-31ADEF8C010E}" presName="rootComposite" presStyleCnt="0"/>
      <dgm:spPr/>
    </dgm:pt>
    <dgm:pt modelId="{D8714177-6CA0-4197-8DDB-15FDCCA9D9F7}" type="pres">
      <dgm:prSet presAssocID="{812383B8-82AD-487C-ABCD-31ADEF8C010E}" presName="rootText" presStyleLbl="node3" presStyleIdx="5" presStyleCnt="9">
        <dgm:presLayoutVars>
          <dgm:chPref val="3"/>
        </dgm:presLayoutVars>
      </dgm:prSet>
      <dgm:spPr/>
    </dgm:pt>
    <dgm:pt modelId="{3D2FF32C-B005-422C-BE07-90A20F9FFDE5}" type="pres">
      <dgm:prSet presAssocID="{812383B8-82AD-487C-ABCD-31ADEF8C010E}" presName="rootConnector" presStyleLbl="node3" presStyleIdx="5" presStyleCnt="9"/>
      <dgm:spPr/>
    </dgm:pt>
    <dgm:pt modelId="{6C9FA414-B039-4373-84C9-E232CE3D4986}" type="pres">
      <dgm:prSet presAssocID="{812383B8-82AD-487C-ABCD-31ADEF8C010E}" presName="hierChild4" presStyleCnt="0"/>
      <dgm:spPr/>
    </dgm:pt>
    <dgm:pt modelId="{664D2E85-C909-4CB5-BEBA-DDAC8A924D70}" type="pres">
      <dgm:prSet presAssocID="{812383B8-82AD-487C-ABCD-31ADEF8C010E}" presName="hierChild5" presStyleCnt="0"/>
      <dgm:spPr/>
    </dgm:pt>
    <dgm:pt modelId="{59DACDE0-2145-410E-80C8-5CCFDB1576DA}" type="pres">
      <dgm:prSet presAssocID="{E6E03626-F31C-41AB-88AE-8C9F2AEAE9C1}" presName="Name37" presStyleLbl="parChTrans1D3" presStyleIdx="6" presStyleCnt="9"/>
      <dgm:spPr/>
    </dgm:pt>
    <dgm:pt modelId="{D7C820C5-11F8-4660-B3CC-44F043DD2F72}" type="pres">
      <dgm:prSet presAssocID="{1B74BA1E-3835-4521-9FFA-F199E865F60A}" presName="hierRoot2" presStyleCnt="0">
        <dgm:presLayoutVars>
          <dgm:hierBranch val="init"/>
        </dgm:presLayoutVars>
      </dgm:prSet>
      <dgm:spPr/>
    </dgm:pt>
    <dgm:pt modelId="{C39B0656-2275-48C8-B3B2-0A11933EEA31}" type="pres">
      <dgm:prSet presAssocID="{1B74BA1E-3835-4521-9FFA-F199E865F60A}" presName="rootComposite" presStyleCnt="0"/>
      <dgm:spPr/>
    </dgm:pt>
    <dgm:pt modelId="{BF2B5DB4-BA6F-42EA-B0E9-16655CC2F62D}" type="pres">
      <dgm:prSet presAssocID="{1B74BA1E-3835-4521-9FFA-F199E865F60A}" presName="rootText" presStyleLbl="node3" presStyleIdx="6" presStyleCnt="9">
        <dgm:presLayoutVars>
          <dgm:chPref val="3"/>
        </dgm:presLayoutVars>
      </dgm:prSet>
      <dgm:spPr/>
    </dgm:pt>
    <dgm:pt modelId="{BFB070B3-2D5B-46A4-BAC6-E43E7A2E62E1}" type="pres">
      <dgm:prSet presAssocID="{1B74BA1E-3835-4521-9FFA-F199E865F60A}" presName="rootConnector" presStyleLbl="node3" presStyleIdx="6" presStyleCnt="9"/>
      <dgm:spPr/>
    </dgm:pt>
    <dgm:pt modelId="{14DEFDD7-B82B-4888-82BC-AE93116E482B}" type="pres">
      <dgm:prSet presAssocID="{1B74BA1E-3835-4521-9FFA-F199E865F60A}" presName="hierChild4" presStyleCnt="0"/>
      <dgm:spPr/>
    </dgm:pt>
    <dgm:pt modelId="{BC4F16C9-4F08-4C26-ACC7-FEC075895766}" type="pres">
      <dgm:prSet presAssocID="{1B74BA1E-3835-4521-9FFA-F199E865F60A}" presName="hierChild5" presStyleCnt="0"/>
      <dgm:spPr/>
    </dgm:pt>
    <dgm:pt modelId="{920ECBA9-2497-4C07-B85B-DBCC4593F256}" type="pres">
      <dgm:prSet presAssocID="{17AD84E6-A23F-404F-A29A-F272F57120C0}" presName="hierChild5" presStyleCnt="0"/>
      <dgm:spPr/>
    </dgm:pt>
    <dgm:pt modelId="{6CCBF36E-5D61-4931-9A19-D021298A23EA}" type="pres">
      <dgm:prSet presAssocID="{03D8B557-DD05-49E2-9DAE-50C050039500}" presName="Name37" presStyleLbl="parChTrans1D2" presStyleIdx="2" presStyleCnt="3"/>
      <dgm:spPr/>
    </dgm:pt>
    <dgm:pt modelId="{13F7E7C8-6B96-449A-BBB9-C85085E84644}" type="pres">
      <dgm:prSet presAssocID="{D89C3A36-C824-4D72-96BF-E0A0FEB19825}" presName="hierRoot2" presStyleCnt="0">
        <dgm:presLayoutVars>
          <dgm:hierBranch val="init"/>
        </dgm:presLayoutVars>
      </dgm:prSet>
      <dgm:spPr/>
    </dgm:pt>
    <dgm:pt modelId="{AF532598-32EE-403A-8373-1D6960420539}" type="pres">
      <dgm:prSet presAssocID="{D89C3A36-C824-4D72-96BF-E0A0FEB19825}" presName="rootComposite" presStyleCnt="0"/>
      <dgm:spPr/>
    </dgm:pt>
    <dgm:pt modelId="{EA3740EF-F97D-4C53-B58E-173F134DDBAA}" type="pres">
      <dgm:prSet presAssocID="{D89C3A36-C824-4D72-96BF-E0A0FEB19825}" presName="rootText" presStyleLbl="node2" presStyleIdx="2" presStyleCnt="3">
        <dgm:presLayoutVars>
          <dgm:chPref val="3"/>
        </dgm:presLayoutVars>
      </dgm:prSet>
      <dgm:spPr/>
    </dgm:pt>
    <dgm:pt modelId="{C77706CA-60BA-426C-9ABB-D17B7CB41C56}" type="pres">
      <dgm:prSet presAssocID="{D89C3A36-C824-4D72-96BF-E0A0FEB19825}" presName="rootConnector" presStyleLbl="node2" presStyleIdx="2" presStyleCnt="3"/>
      <dgm:spPr/>
    </dgm:pt>
    <dgm:pt modelId="{65017EE5-DA9D-4E1B-B83D-A2F86C2E7DC4}" type="pres">
      <dgm:prSet presAssocID="{D89C3A36-C824-4D72-96BF-E0A0FEB19825}" presName="hierChild4" presStyleCnt="0"/>
      <dgm:spPr/>
    </dgm:pt>
    <dgm:pt modelId="{B1CF5FE4-2F84-45A7-A82C-28A4BF893E75}" type="pres">
      <dgm:prSet presAssocID="{41F2895F-C344-477A-A38E-66BEDEF3D976}" presName="Name37" presStyleLbl="parChTrans1D3" presStyleIdx="7" presStyleCnt="9"/>
      <dgm:spPr/>
    </dgm:pt>
    <dgm:pt modelId="{58B1493B-95E9-4376-9017-8CBC19E350FC}" type="pres">
      <dgm:prSet presAssocID="{62C94A30-E7DF-479E-A9A5-02166F76251A}" presName="hierRoot2" presStyleCnt="0">
        <dgm:presLayoutVars>
          <dgm:hierBranch val="init"/>
        </dgm:presLayoutVars>
      </dgm:prSet>
      <dgm:spPr/>
    </dgm:pt>
    <dgm:pt modelId="{88D5E105-72CA-4405-B18F-F60134F8F7A4}" type="pres">
      <dgm:prSet presAssocID="{62C94A30-E7DF-479E-A9A5-02166F76251A}" presName="rootComposite" presStyleCnt="0"/>
      <dgm:spPr/>
    </dgm:pt>
    <dgm:pt modelId="{2B47C5BA-8828-4960-887D-AB7550D378B1}" type="pres">
      <dgm:prSet presAssocID="{62C94A30-E7DF-479E-A9A5-02166F76251A}" presName="rootText" presStyleLbl="node3" presStyleIdx="7" presStyleCnt="9">
        <dgm:presLayoutVars>
          <dgm:chPref val="3"/>
        </dgm:presLayoutVars>
      </dgm:prSet>
      <dgm:spPr/>
    </dgm:pt>
    <dgm:pt modelId="{9D772C0D-1AC3-4621-9DD5-EE959C7629D0}" type="pres">
      <dgm:prSet presAssocID="{62C94A30-E7DF-479E-A9A5-02166F76251A}" presName="rootConnector" presStyleLbl="node3" presStyleIdx="7" presStyleCnt="9"/>
      <dgm:spPr/>
    </dgm:pt>
    <dgm:pt modelId="{D3284419-18F5-4C82-A236-975E90B762C4}" type="pres">
      <dgm:prSet presAssocID="{62C94A30-E7DF-479E-A9A5-02166F76251A}" presName="hierChild4" presStyleCnt="0"/>
      <dgm:spPr/>
    </dgm:pt>
    <dgm:pt modelId="{BBE90735-ABC8-4ADD-9100-8F075B368F09}" type="pres">
      <dgm:prSet presAssocID="{62C94A30-E7DF-479E-A9A5-02166F76251A}" presName="hierChild5" presStyleCnt="0"/>
      <dgm:spPr/>
    </dgm:pt>
    <dgm:pt modelId="{4C3ADF9A-4E9F-4EB8-A5F7-88B7B8332170}" type="pres">
      <dgm:prSet presAssocID="{B78FBFEE-837D-431F-B1CA-5336F8B06A72}" presName="Name37" presStyleLbl="parChTrans1D3" presStyleIdx="8" presStyleCnt="9"/>
      <dgm:spPr/>
    </dgm:pt>
    <dgm:pt modelId="{EF00C297-110E-42C0-B8DF-F90FED5BD24C}" type="pres">
      <dgm:prSet presAssocID="{52354437-A8FB-41A4-8B23-7365EA9EB43C}" presName="hierRoot2" presStyleCnt="0">
        <dgm:presLayoutVars>
          <dgm:hierBranch val="init"/>
        </dgm:presLayoutVars>
      </dgm:prSet>
      <dgm:spPr/>
    </dgm:pt>
    <dgm:pt modelId="{C478A65A-1702-49AD-946A-3B2B007DF504}" type="pres">
      <dgm:prSet presAssocID="{52354437-A8FB-41A4-8B23-7365EA9EB43C}" presName="rootComposite" presStyleCnt="0"/>
      <dgm:spPr/>
    </dgm:pt>
    <dgm:pt modelId="{084C1807-1FEB-4421-8D80-AD804E9480C8}" type="pres">
      <dgm:prSet presAssocID="{52354437-A8FB-41A4-8B23-7365EA9EB43C}" presName="rootText" presStyleLbl="node3" presStyleIdx="8" presStyleCnt="9">
        <dgm:presLayoutVars>
          <dgm:chPref val="3"/>
        </dgm:presLayoutVars>
      </dgm:prSet>
      <dgm:spPr/>
    </dgm:pt>
    <dgm:pt modelId="{E86E55F7-D72C-4763-9340-0048C10486E4}" type="pres">
      <dgm:prSet presAssocID="{52354437-A8FB-41A4-8B23-7365EA9EB43C}" presName="rootConnector" presStyleLbl="node3" presStyleIdx="8" presStyleCnt="9"/>
      <dgm:spPr/>
    </dgm:pt>
    <dgm:pt modelId="{030F17C4-706E-4CF6-BFFD-8AC820B5088B}" type="pres">
      <dgm:prSet presAssocID="{52354437-A8FB-41A4-8B23-7365EA9EB43C}" presName="hierChild4" presStyleCnt="0"/>
      <dgm:spPr/>
    </dgm:pt>
    <dgm:pt modelId="{5D8DA73A-43F2-40C8-959C-84A989FE6F53}" type="pres">
      <dgm:prSet presAssocID="{52354437-A8FB-41A4-8B23-7365EA9EB43C}" presName="hierChild5" presStyleCnt="0"/>
      <dgm:spPr/>
    </dgm:pt>
    <dgm:pt modelId="{079884A3-99CE-42F2-A139-4F8FC81DA2B7}" type="pres">
      <dgm:prSet presAssocID="{D89C3A36-C824-4D72-96BF-E0A0FEB19825}" presName="hierChild5" presStyleCnt="0"/>
      <dgm:spPr/>
    </dgm:pt>
    <dgm:pt modelId="{9DA40B37-C913-469E-9BFE-E5A1CE6514D6}" type="pres">
      <dgm:prSet presAssocID="{2ABEFFBC-063B-460B-893A-80B72CAA7C28}" presName="hierChild3" presStyleCnt="0"/>
      <dgm:spPr/>
    </dgm:pt>
  </dgm:ptLst>
  <dgm:cxnLst>
    <dgm:cxn modelId="{DE47A602-4FDF-4298-9DC8-BCE8EA75F1B2}" srcId="{17AD84E6-A23F-404F-A29A-F272F57120C0}" destId="{71613045-AE9F-49DC-90F5-6670691C6A58}" srcOrd="0" destOrd="0" parTransId="{F6954F3A-98B2-47F3-AA3E-7063CA0D71CC}" sibTransId="{B3CA6221-4217-4A36-BC15-72E7B5616354}"/>
    <dgm:cxn modelId="{11E7B604-4C42-4A24-9113-CC913D096815}" type="presOf" srcId="{812383B8-82AD-487C-ABCD-31ADEF8C010E}" destId="{D8714177-6CA0-4197-8DDB-15FDCCA9D9F7}" srcOrd="0" destOrd="0" presId="urn:microsoft.com/office/officeart/2005/8/layout/orgChart1"/>
    <dgm:cxn modelId="{38BAAE05-4B21-4AB0-A6A9-D2D7E806CC79}" srcId="{D89C3A36-C824-4D72-96BF-E0A0FEB19825}" destId="{52354437-A8FB-41A4-8B23-7365EA9EB43C}" srcOrd="1" destOrd="0" parTransId="{B78FBFEE-837D-431F-B1CA-5336F8B06A72}" sibTransId="{6875839F-F8D2-46D2-80CE-55B2A280F162}"/>
    <dgm:cxn modelId="{85AC8507-51E4-44A4-8BF1-56CC568B3A69}" type="presOf" srcId="{2D8CD7D6-9223-473D-BFE6-3DED38AFA8CB}" destId="{498DDA32-5BF6-4AD4-986F-5A4AEF7E5038}" srcOrd="1" destOrd="0" presId="urn:microsoft.com/office/officeart/2005/8/layout/orgChart1"/>
    <dgm:cxn modelId="{AF87B607-10F5-4357-BEF7-C723F6A3B649}" type="presOf" srcId="{71613045-AE9F-49DC-90F5-6670691C6A58}" destId="{686FFBD6-0869-4F88-931B-C22F487539CE}" srcOrd="0" destOrd="0" presId="urn:microsoft.com/office/officeart/2005/8/layout/orgChart1"/>
    <dgm:cxn modelId="{8E7C7B08-DB70-4FD5-9AA7-E20F63CCAC92}" type="presOf" srcId="{03D8B557-DD05-49E2-9DAE-50C050039500}" destId="{6CCBF36E-5D61-4931-9A19-D021298A23EA}" srcOrd="0" destOrd="0" presId="urn:microsoft.com/office/officeart/2005/8/layout/orgChart1"/>
    <dgm:cxn modelId="{8CA7B308-55AF-45FC-8388-DEC30EC5C712}" srcId="{17AD84E6-A23F-404F-A29A-F272F57120C0}" destId="{812383B8-82AD-487C-ABCD-31ADEF8C010E}" srcOrd="1" destOrd="0" parTransId="{10E5B13A-A59B-4D27-82C3-25AAC83E050B}" sibTransId="{586D5A12-2187-4213-ABB5-279608F09606}"/>
    <dgm:cxn modelId="{DD196B12-4912-4A47-AAC5-A4F52B75DB1D}" type="presOf" srcId="{2ABEFFBC-063B-460B-893A-80B72CAA7C28}" destId="{C9527763-4255-46DD-866E-8A8A69B386A3}" srcOrd="0" destOrd="0" presId="urn:microsoft.com/office/officeart/2005/8/layout/orgChart1"/>
    <dgm:cxn modelId="{9CDB2415-8DA8-4537-8F8E-6887E98FC354}" type="presOf" srcId="{2D8CD7D6-9223-473D-BFE6-3DED38AFA8CB}" destId="{BC92E8C8-EB4D-4738-B253-1558FD8D6AA0}" srcOrd="0" destOrd="0" presId="urn:microsoft.com/office/officeart/2005/8/layout/orgChart1"/>
    <dgm:cxn modelId="{2E0CFD1E-2223-4850-B40F-9DD4C9C36D4A}" type="presOf" srcId="{83CEF5C5-051C-4322-9983-9C242B60D0ED}" destId="{B447313F-F8C9-4DFB-BD70-A0D7194C59C9}" srcOrd="1" destOrd="0" presId="urn:microsoft.com/office/officeart/2005/8/layout/orgChart1"/>
    <dgm:cxn modelId="{C23B0924-FC5C-4D0E-95E9-4489017D95B4}" type="presOf" srcId="{1B74BA1E-3835-4521-9FFA-F199E865F60A}" destId="{BFB070B3-2D5B-46A4-BAC6-E43E7A2E62E1}" srcOrd="1" destOrd="0" presId="urn:microsoft.com/office/officeart/2005/8/layout/orgChart1"/>
    <dgm:cxn modelId="{998C1C2C-0F16-40EC-A098-DB741AB39E7E}" srcId="{2ABEFFBC-063B-460B-893A-80B72CAA7C28}" destId="{A0FED26B-90D9-4ECF-9E5A-2E378E4F4C9B}" srcOrd="0" destOrd="0" parTransId="{E3D10F70-7855-44A0-A059-318E56347044}" sibTransId="{681ED4AA-BC81-4EA3-8076-148B1E85BAE1}"/>
    <dgm:cxn modelId="{D26FD02C-3931-46A7-AC40-762B3817A9EE}" type="presOf" srcId="{E6E03626-F31C-41AB-88AE-8C9F2AEAE9C1}" destId="{59DACDE0-2145-410E-80C8-5CCFDB1576DA}" srcOrd="0" destOrd="0" presId="urn:microsoft.com/office/officeart/2005/8/layout/orgChart1"/>
    <dgm:cxn modelId="{71EE6036-8EFA-427E-A866-6C3AF887293F}" srcId="{A0FED26B-90D9-4ECF-9E5A-2E378E4F4C9B}" destId="{F342241B-703A-47BD-835C-9D2E80A2B517}" srcOrd="1" destOrd="0" parTransId="{8D7E1FDD-9B15-4B8E-8777-93775B083921}" sibTransId="{8190B6D3-7FAD-4F2F-9B13-132037989C17}"/>
    <dgm:cxn modelId="{2E86BB36-48FA-47AE-91C1-47CD90461DB9}" srcId="{A0FED26B-90D9-4ECF-9E5A-2E378E4F4C9B}" destId="{2D8CD7D6-9223-473D-BFE6-3DED38AFA8CB}" srcOrd="2" destOrd="0" parTransId="{259C5269-4794-4C56-9DEF-03DE280B3B36}" sibTransId="{48F3D30A-8B0B-4698-BA8D-05A11A7978F5}"/>
    <dgm:cxn modelId="{7CBABF36-5755-4633-933B-4F2DB8BB216C}" type="presOf" srcId="{F6954F3A-98B2-47F3-AA3E-7063CA0D71CC}" destId="{818B4E77-339D-46A6-9CD6-88DAEE290287}" srcOrd="0" destOrd="0" presId="urn:microsoft.com/office/officeart/2005/8/layout/orgChart1"/>
    <dgm:cxn modelId="{FBCAB838-3572-410A-8F45-7AF928525F90}" srcId="{17AD84E6-A23F-404F-A29A-F272F57120C0}" destId="{1B74BA1E-3835-4521-9FFA-F199E865F60A}" srcOrd="2" destOrd="0" parTransId="{E6E03626-F31C-41AB-88AE-8C9F2AEAE9C1}" sibTransId="{E3B3725F-2FB1-446A-B612-8B7B18F55C6B}"/>
    <dgm:cxn modelId="{8053EE3C-8C4F-4579-8BFF-5B0FD99F8992}" type="presOf" srcId="{5992322E-BA44-4578-B623-56E47207D31C}" destId="{6144B010-94A0-4F13-B18B-A6731108FC06}" srcOrd="0" destOrd="0" presId="urn:microsoft.com/office/officeart/2005/8/layout/orgChart1"/>
    <dgm:cxn modelId="{AB5BED40-3204-40D7-B379-C690C74FB80B}" type="presOf" srcId="{8D7E1FDD-9B15-4B8E-8777-93775B083921}" destId="{75DACF9F-2CB9-4C7A-8B56-AB09DDDB50E7}" srcOrd="0" destOrd="0" presId="urn:microsoft.com/office/officeart/2005/8/layout/orgChart1"/>
    <dgm:cxn modelId="{995D5764-9AA5-4702-B0B5-5AE93512D5D6}" type="presOf" srcId="{BBC65B2A-EF15-450B-A400-7C425384623C}" destId="{68CEE676-F1F6-421C-8E9B-0264F66019BC}" srcOrd="0" destOrd="0" presId="urn:microsoft.com/office/officeart/2005/8/layout/orgChart1"/>
    <dgm:cxn modelId="{234C4645-A25F-4515-B17A-EB6B46F0305E}" type="presOf" srcId="{D89C3A36-C824-4D72-96BF-E0A0FEB19825}" destId="{EA3740EF-F97D-4C53-B58E-173F134DDBAA}" srcOrd="0" destOrd="0" presId="urn:microsoft.com/office/officeart/2005/8/layout/orgChart1"/>
    <dgm:cxn modelId="{50213F66-8E4D-4474-AAFD-F62454EC8CBF}" type="presOf" srcId="{20473351-FBD7-4F7A-B741-E64837776AAA}" destId="{0F40629D-0044-4A45-9BCD-FFDBD1363D3D}" srcOrd="0" destOrd="0" presId="urn:microsoft.com/office/officeart/2005/8/layout/orgChart1"/>
    <dgm:cxn modelId="{C8A48146-2A2E-4869-AE1D-AE2CCCA20C67}" type="presOf" srcId="{62C94A30-E7DF-479E-A9A5-02166F76251A}" destId="{2B47C5BA-8828-4960-887D-AB7550D378B1}" srcOrd="0" destOrd="0" presId="urn:microsoft.com/office/officeart/2005/8/layout/orgChart1"/>
    <dgm:cxn modelId="{0D2EB747-15AD-444C-A0BB-B85091DB5512}" type="presOf" srcId="{17AD84E6-A23F-404F-A29A-F272F57120C0}" destId="{2BC28215-2B27-4240-BD92-51B574D679D4}" srcOrd="0" destOrd="0" presId="urn:microsoft.com/office/officeart/2005/8/layout/orgChart1"/>
    <dgm:cxn modelId="{8C824F48-9C97-47D7-8488-C222B3620F32}" type="presOf" srcId="{F342241B-703A-47BD-835C-9D2E80A2B517}" destId="{CE2A51DB-35BC-4B45-89F4-50F688697148}" srcOrd="1" destOrd="0" presId="urn:microsoft.com/office/officeart/2005/8/layout/orgChart1"/>
    <dgm:cxn modelId="{E255D349-165F-46A0-BE91-A99CBA505ABC}" type="presOf" srcId="{83CEF5C5-051C-4322-9983-9C242B60D0ED}" destId="{651F88A9-DF2E-4E12-BA3F-9EA43DDB9590}" srcOrd="0" destOrd="0" presId="urn:microsoft.com/office/officeart/2005/8/layout/orgChart1"/>
    <dgm:cxn modelId="{4DB62C4B-EF69-4568-9621-4C6B77AB6332}" type="presOf" srcId="{D89C3A36-C824-4D72-96BF-E0A0FEB19825}" destId="{C77706CA-60BA-426C-9ABB-D17B7CB41C56}" srcOrd="1" destOrd="0" presId="urn:microsoft.com/office/officeart/2005/8/layout/orgChart1"/>
    <dgm:cxn modelId="{EC4BC44E-8574-405A-BFFB-3EBDB5C6E51A}" type="presOf" srcId="{52354437-A8FB-41A4-8B23-7365EA9EB43C}" destId="{E86E55F7-D72C-4763-9340-0048C10486E4}" srcOrd="1" destOrd="0" presId="urn:microsoft.com/office/officeart/2005/8/layout/orgChart1"/>
    <dgm:cxn modelId="{01434377-6667-43A4-AF93-954B203F2D2B}" type="presOf" srcId="{FEAE9E46-A354-491E-B8DB-FBA9AA45D797}" destId="{BF8D67D8-11E7-4E8C-ABC5-305F8AB3CC7C}" srcOrd="0" destOrd="0" presId="urn:microsoft.com/office/officeart/2005/8/layout/orgChart1"/>
    <dgm:cxn modelId="{767FFE77-379C-45CD-A2A0-8D04738FBEEA}" type="presOf" srcId="{52354437-A8FB-41A4-8B23-7365EA9EB43C}" destId="{084C1807-1FEB-4421-8D80-AD804E9480C8}" srcOrd="0" destOrd="0" presId="urn:microsoft.com/office/officeart/2005/8/layout/orgChart1"/>
    <dgm:cxn modelId="{7EF2F384-97DA-435E-957E-10696A356871}" srcId="{A0FED26B-90D9-4ECF-9E5A-2E378E4F4C9B}" destId="{83CEF5C5-051C-4322-9983-9C242B60D0ED}" srcOrd="0" destOrd="0" parTransId="{BBC65B2A-EF15-450B-A400-7C425384623C}" sibTransId="{89176064-B22B-47AC-960A-6272B0087114}"/>
    <dgm:cxn modelId="{E21A0A8B-0440-4D08-90B7-4DA7353F78D2}" type="presOf" srcId="{259C5269-4794-4C56-9DEF-03DE280B3B36}" destId="{6DF1AFAC-F8B2-4A18-9726-A02542F5489A}" srcOrd="0" destOrd="0" presId="urn:microsoft.com/office/officeart/2005/8/layout/orgChart1"/>
    <dgm:cxn modelId="{51ACB190-ECF6-4F3C-B173-5C91BCF641CA}" type="presOf" srcId="{10E5B13A-A59B-4D27-82C3-25AAC83E050B}" destId="{E8D988E9-DBF4-43E6-A34C-1D474CA57FB4}" srcOrd="0" destOrd="0" presId="urn:microsoft.com/office/officeart/2005/8/layout/orgChart1"/>
    <dgm:cxn modelId="{F82ABD93-9E5B-436A-9104-22ED2B376716}" type="presOf" srcId="{62C94A30-E7DF-479E-A9A5-02166F76251A}" destId="{9D772C0D-1AC3-4621-9DD5-EE959C7629D0}" srcOrd="1" destOrd="0" presId="urn:microsoft.com/office/officeart/2005/8/layout/orgChart1"/>
    <dgm:cxn modelId="{90B8AE98-B6B4-4660-9E62-CDBB1F563651}" srcId="{A0FED26B-90D9-4ECF-9E5A-2E378E4F4C9B}" destId="{A5640D2E-2805-47EE-975C-4E0B9A8DE2EF}" srcOrd="3" destOrd="0" parTransId="{FEAE9E46-A354-491E-B8DB-FBA9AA45D797}" sibTransId="{A0DFCB74-0E84-430F-8459-6E1CAC2F7561}"/>
    <dgm:cxn modelId="{8120599C-B51E-43C4-BF55-6D2085774E3C}" type="presOf" srcId="{A5640D2E-2805-47EE-975C-4E0B9A8DE2EF}" destId="{6466D224-C4A8-479B-ABC9-A8DA3FE54A7E}" srcOrd="0" destOrd="0" presId="urn:microsoft.com/office/officeart/2005/8/layout/orgChart1"/>
    <dgm:cxn modelId="{8B65719F-5EF0-43D1-BDFE-77256C6AECDE}" srcId="{2ABEFFBC-063B-460B-893A-80B72CAA7C28}" destId="{17AD84E6-A23F-404F-A29A-F272F57120C0}" srcOrd="1" destOrd="0" parTransId="{20473351-FBD7-4F7A-B741-E64837776AAA}" sibTransId="{07AEE22E-D011-4B7C-9F78-A2B1F69730D1}"/>
    <dgm:cxn modelId="{3282A5A0-B832-4D1A-962C-5062439487FC}" type="presOf" srcId="{71613045-AE9F-49DC-90F5-6670691C6A58}" destId="{9B13B27D-200C-452B-AB0E-B05B3E0C49E7}" srcOrd="1" destOrd="0" presId="urn:microsoft.com/office/officeart/2005/8/layout/orgChart1"/>
    <dgm:cxn modelId="{5F909CA5-1E1B-4C46-9374-DE85271FE7D4}" type="presOf" srcId="{A0FED26B-90D9-4ECF-9E5A-2E378E4F4C9B}" destId="{A1B6507C-2A54-4CE8-B96F-71F7408F1B76}" srcOrd="0" destOrd="0" presId="urn:microsoft.com/office/officeart/2005/8/layout/orgChart1"/>
    <dgm:cxn modelId="{1FA53CB3-E9E7-454C-9980-3CE9ABA05940}" type="presOf" srcId="{17AD84E6-A23F-404F-A29A-F272F57120C0}" destId="{C07E2330-A0B2-4D0A-AA47-8AE6F7E5168B}" srcOrd="1" destOrd="0" presId="urn:microsoft.com/office/officeart/2005/8/layout/orgChart1"/>
    <dgm:cxn modelId="{A33927B4-A195-4346-926E-E6F208B793C8}" srcId="{5992322E-BA44-4578-B623-56E47207D31C}" destId="{2ABEFFBC-063B-460B-893A-80B72CAA7C28}" srcOrd="0" destOrd="0" parTransId="{BD51B6BF-4F23-479E-AB08-352C00CA69A1}" sibTransId="{3ABF46E8-FC46-4F9B-AE8A-99B68D9A3758}"/>
    <dgm:cxn modelId="{FEF491BD-0373-43B5-855F-F6738298F379}" type="presOf" srcId="{1B74BA1E-3835-4521-9FFA-F199E865F60A}" destId="{BF2B5DB4-BA6F-42EA-B0E9-16655CC2F62D}" srcOrd="0" destOrd="0" presId="urn:microsoft.com/office/officeart/2005/8/layout/orgChart1"/>
    <dgm:cxn modelId="{06A00BBE-0053-4F22-8BF1-44B9B50C985F}" type="presOf" srcId="{A5640D2E-2805-47EE-975C-4E0B9A8DE2EF}" destId="{4900802B-C114-42D3-8ABD-2FA5F2932791}" srcOrd="1" destOrd="0" presId="urn:microsoft.com/office/officeart/2005/8/layout/orgChart1"/>
    <dgm:cxn modelId="{40825DBF-6364-40AA-A524-6FF5209C70B9}" type="presOf" srcId="{F342241B-703A-47BD-835C-9D2E80A2B517}" destId="{3DC51C52-7531-4097-9658-4623C82757C7}" srcOrd="0" destOrd="0" presId="urn:microsoft.com/office/officeart/2005/8/layout/orgChart1"/>
    <dgm:cxn modelId="{E46F30C1-CA8B-4258-96A0-6716DE9BA84E}" type="presOf" srcId="{E3D10F70-7855-44A0-A059-318E56347044}" destId="{6398929D-B18C-40C5-817C-FC192F669F9B}" srcOrd="0" destOrd="0" presId="urn:microsoft.com/office/officeart/2005/8/layout/orgChart1"/>
    <dgm:cxn modelId="{FA4D96C9-C1C0-4FA1-99AB-C06473A47CAB}" srcId="{D89C3A36-C824-4D72-96BF-E0A0FEB19825}" destId="{62C94A30-E7DF-479E-A9A5-02166F76251A}" srcOrd="0" destOrd="0" parTransId="{41F2895F-C344-477A-A38E-66BEDEF3D976}" sibTransId="{04E71C0C-98CE-4306-AAA9-7281B8DD2F3F}"/>
    <dgm:cxn modelId="{BF5132D0-9C36-4D51-BACF-642D049A67A8}" srcId="{2ABEFFBC-063B-460B-893A-80B72CAA7C28}" destId="{D89C3A36-C824-4D72-96BF-E0A0FEB19825}" srcOrd="2" destOrd="0" parTransId="{03D8B557-DD05-49E2-9DAE-50C050039500}" sibTransId="{BB14DB5B-E84B-4F6F-A3CC-B8D8DBAC835F}"/>
    <dgm:cxn modelId="{10E3A1D0-90FB-444B-9C2A-137F9F7F572F}" type="presOf" srcId="{B78FBFEE-837D-431F-B1CA-5336F8B06A72}" destId="{4C3ADF9A-4E9F-4EB8-A5F7-88B7B8332170}" srcOrd="0" destOrd="0" presId="urn:microsoft.com/office/officeart/2005/8/layout/orgChart1"/>
    <dgm:cxn modelId="{9FC337D8-D225-484F-A194-51C752D675A0}" type="presOf" srcId="{41F2895F-C344-477A-A38E-66BEDEF3D976}" destId="{B1CF5FE4-2F84-45A7-A82C-28A4BF893E75}" srcOrd="0" destOrd="0" presId="urn:microsoft.com/office/officeart/2005/8/layout/orgChart1"/>
    <dgm:cxn modelId="{C9B61FE0-A0DD-49B2-B743-1C9488F29DF6}" type="presOf" srcId="{2ABEFFBC-063B-460B-893A-80B72CAA7C28}" destId="{E99F91F8-442B-4BAD-88F7-3D69353CD2CD}" srcOrd="1" destOrd="0" presId="urn:microsoft.com/office/officeart/2005/8/layout/orgChart1"/>
    <dgm:cxn modelId="{39846CEE-E978-4337-9EF9-F3CA0B487651}" type="presOf" srcId="{A0FED26B-90D9-4ECF-9E5A-2E378E4F4C9B}" destId="{BF476001-1149-4678-8D12-CE572B394826}" srcOrd="1" destOrd="0" presId="urn:microsoft.com/office/officeart/2005/8/layout/orgChart1"/>
    <dgm:cxn modelId="{7A2ED9F2-CA69-4448-888E-5D0A72876E9C}" type="presOf" srcId="{812383B8-82AD-487C-ABCD-31ADEF8C010E}" destId="{3D2FF32C-B005-422C-BE07-90A20F9FFDE5}" srcOrd="1" destOrd="0" presId="urn:microsoft.com/office/officeart/2005/8/layout/orgChart1"/>
    <dgm:cxn modelId="{8915BE69-934E-49E9-9D76-15739B79068B}" type="presParOf" srcId="{6144B010-94A0-4F13-B18B-A6731108FC06}" destId="{C15D1154-E5C0-4010-820B-AEA1729CAEC4}" srcOrd="0" destOrd="0" presId="urn:microsoft.com/office/officeart/2005/8/layout/orgChart1"/>
    <dgm:cxn modelId="{C0E8F031-C05B-4197-BB5A-E0F6DF5EB993}" type="presParOf" srcId="{C15D1154-E5C0-4010-820B-AEA1729CAEC4}" destId="{664DF2FC-D8C0-4A52-96F0-CC7333FFE729}" srcOrd="0" destOrd="0" presId="urn:microsoft.com/office/officeart/2005/8/layout/orgChart1"/>
    <dgm:cxn modelId="{CE94EB10-5DD5-4FF1-8F33-D1E290AB0FD1}" type="presParOf" srcId="{664DF2FC-D8C0-4A52-96F0-CC7333FFE729}" destId="{C9527763-4255-46DD-866E-8A8A69B386A3}" srcOrd="0" destOrd="0" presId="urn:microsoft.com/office/officeart/2005/8/layout/orgChart1"/>
    <dgm:cxn modelId="{2BC1D137-DC80-4194-9DE8-AD636A57411E}" type="presParOf" srcId="{664DF2FC-D8C0-4A52-96F0-CC7333FFE729}" destId="{E99F91F8-442B-4BAD-88F7-3D69353CD2CD}" srcOrd="1" destOrd="0" presId="urn:microsoft.com/office/officeart/2005/8/layout/orgChart1"/>
    <dgm:cxn modelId="{27DAB60D-B134-4578-8390-3981D7869327}" type="presParOf" srcId="{C15D1154-E5C0-4010-820B-AEA1729CAEC4}" destId="{7B8D69D9-88E3-4389-8572-C5FDD392448C}" srcOrd="1" destOrd="0" presId="urn:microsoft.com/office/officeart/2005/8/layout/orgChart1"/>
    <dgm:cxn modelId="{36F413DA-EFDF-470E-82BA-0704221D0D43}" type="presParOf" srcId="{7B8D69D9-88E3-4389-8572-C5FDD392448C}" destId="{6398929D-B18C-40C5-817C-FC192F669F9B}" srcOrd="0" destOrd="0" presId="urn:microsoft.com/office/officeart/2005/8/layout/orgChart1"/>
    <dgm:cxn modelId="{858735BD-6DDA-4206-848D-6968A75698D8}" type="presParOf" srcId="{7B8D69D9-88E3-4389-8572-C5FDD392448C}" destId="{B9E1F6DC-03B6-49A9-8E78-62F8B5A3594B}" srcOrd="1" destOrd="0" presId="urn:microsoft.com/office/officeart/2005/8/layout/orgChart1"/>
    <dgm:cxn modelId="{D257497A-16B8-41F3-B6A8-1384F5A1F1AF}" type="presParOf" srcId="{B9E1F6DC-03B6-49A9-8E78-62F8B5A3594B}" destId="{55EDC31B-51C8-4B14-91C8-ED571D9FE5D8}" srcOrd="0" destOrd="0" presId="urn:microsoft.com/office/officeart/2005/8/layout/orgChart1"/>
    <dgm:cxn modelId="{7411C862-50F5-4F1A-A4FC-77B81BEF5D66}" type="presParOf" srcId="{55EDC31B-51C8-4B14-91C8-ED571D9FE5D8}" destId="{A1B6507C-2A54-4CE8-B96F-71F7408F1B76}" srcOrd="0" destOrd="0" presId="urn:microsoft.com/office/officeart/2005/8/layout/orgChart1"/>
    <dgm:cxn modelId="{8237CF78-D58A-4670-8FE4-EA299E10257F}" type="presParOf" srcId="{55EDC31B-51C8-4B14-91C8-ED571D9FE5D8}" destId="{BF476001-1149-4678-8D12-CE572B394826}" srcOrd="1" destOrd="0" presId="urn:microsoft.com/office/officeart/2005/8/layout/orgChart1"/>
    <dgm:cxn modelId="{3A480352-BB27-4D7C-B416-7BC5ABB61316}" type="presParOf" srcId="{B9E1F6DC-03B6-49A9-8E78-62F8B5A3594B}" destId="{20D7A3A5-46DD-4446-83DB-2FE4A001FF5D}" srcOrd="1" destOrd="0" presId="urn:microsoft.com/office/officeart/2005/8/layout/orgChart1"/>
    <dgm:cxn modelId="{FAEBB338-B389-4FEF-9526-16344EF81C1D}" type="presParOf" srcId="{20D7A3A5-46DD-4446-83DB-2FE4A001FF5D}" destId="{68CEE676-F1F6-421C-8E9B-0264F66019BC}" srcOrd="0" destOrd="0" presId="urn:microsoft.com/office/officeart/2005/8/layout/orgChart1"/>
    <dgm:cxn modelId="{60D543EA-3686-411C-94B4-50A0A83B9B3D}" type="presParOf" srcId="{20D7A3A5-46DD-4446-83DB-2FE4A001FF5D}" destId="{67E1AC35-636F-4A7B-8B68-20D00A491C8B}" srcOrd="1" destOrd="0" presId="urn:microsoft.com/office/officeart/2005/8/layout/orgChart1"/>
    <dgm:cxn modelId="{915F9239-40E1-4EBA-AFB5-9043C87DA75D}" type="presParOf" srcId="{67E1AC35-636F-4A7B-8B68-20D00A491C8B}" destId="{968B9162-B770-402D-810D-65B9ADAE37B5}" srcOrd="0" destOrd="0" presId="urn:microsoft.com/office/officeart/2005/8/layout/orgChart1"/>
    <dgm:cxn modelId="{34ACCED6-D8FA-4FC4-9207-5F7BB768466F}" type="presParOf" srcId="{968B9162-B770-402D-810D-65B9ADAE37B5}" destId="{651F88A9-DF2E-4E12-BA3F-9EA43DDB9590}" srcOrd="0" destOrd="0" presId="urn:microsoft.com/office/officeart/2005/8/layout/orgChart1"/>
    <dgm:cxn modelId="{1408AFDE-9ECB-4B4F-BF94-2B8E5D176B76}" type="presParOf" srcId="{968B9162-B770-402D-810D-65B9ADAE37B5}" destId="{B447313F-F8C9-4DFB-BD70-A0D7194C59C9}" srcOrd="1" destOrd="0" presId="urn:microsoft.com/office/officeart/2005/8/layout/orgChart1"/>
    <dgm:cxn modelId="{A57F1A97-2762-4B87-A23F-1F1D7E3A877B}" type="presParOf" srcId="{67E1AC35-636F-4A7B-8B68-20D00A491C8B}" destId="{734B68F1-4B78-4165-A628-4BBBCF6E2CFC}" srcOrd="1" destOrd="0" presId="urn:microsoft.com/office/officeart/2005/8/layout/orgChart1"/>
    <dgm:cxn modelId="{5B9ADAB7-A1D1-4583-BD7A-EE7F4A1720EB}" type="presParOf" srcId="{67E1AC35-636F-4A7B-8B68-20D00A491C8B}" destId="{11C6C664-3B2C-4262-812C-D3CA1C09E75D}" srcOrd="2" destOrd="0" presId="urn:microsoft.com/office/officeart/2005/8/layout/orgChart1"/>
    <dgm:cxn modelId="{4869899F-7016-4CCB-B049-5499FC0094BB}" type="presParOf" srcId="{20D7A3A5-46DD-4446-83DB-2FE4A001FF5D}" destId="{75DACF9F-2CB9-4C7A-8B56-AB09DDDB50E7}" srcOrd="2" destOrd="0" presId="urn:microsoft.com/office/officeart/2005/8/layout/orgChart1"/>
    <dgm:cxn modelId="{BB431883-C1AB-4148-BF49-FAD99BB83D74}" type="presParOf" srcId="{20D7A3A5-46DD-4446-83DB-2FE4A001FF5D}" destId="{73F8C0BD-3FB9-4457-BE92-9BE23C008ACC}" srcOrd="3" destOrd="0" presId="urn:microsoft.com/office/officeart/2005/8/layout/orgChart1"/>
    <dgm:cxn modelId="{6A468773-B8E9-4159-A6BD-4649144EB782}" type="presParOf" srcId="{73F8C0BD-3FB9-4457-BE92-9BE23C008ACC}" destId="{6DEDA0E3-B8AE-4149-9FC2-A1CDBFCE34FD}" srcOrd="0" destOrd="0" presId="urn:microsoft.com/office/officeart/2005/8/layout/orgChart1"/>
    <dgm:cxn modelId="{432F903A-2B99-44CA-B19C-7FA386F229E3}" type="presParOf" srcId="{6DEDA0E3-B8AE-4149-9FC2-A1CDBFCE34FD}" destId="{3DC51C52-7531-4097-9658-4623C82757C7}" srcOrd="0" destOrd="0" presId="urn:microsoft.com/office/officeart/2005/8/layout/orgChart1"/>
    <dgm:cxn modelId="{263E5B47-5438-4DD1-A1FB-44BCF4678699}" type="presParOf" srcId="{6DEDA0E3-B8AE-4149-9FC2-A1CDBFCE34FD}" destId="{CE2A51DB-35BC-4B45-89F4-50F688697148}" srcOrd="1" destOrd="0" presId="urn:microsoft.com/office/officeart/2005/8/layout/orgChart1"/>
    <dgm:cxn modelId="{2CF8473E-FB33-48F2-8E16-A760CA90C4B0}" type="presParOf" srcId="{73F8C0BD-3FB9-4457-BE92-9BE23C008ACC}" destId="{6D0F0FE3-1E76-470A-80BC-D29F3E29CE14}" srcOrd="1" destOrd="0" presId="urn:microsoft.com/office/officeart/2005/8/layout/orgChart1"/>
    <dgm:cxn modelId="{56781013-330C-4B00-B6BA-764F98FE363B}" type="presParOf" srcId="{73F8C0BD-3FB9-4457-BE92-9BE23C008ACC}" destId="{D9A02A95-984E-4993-AAB8-BDA8806E04E9}" srcOrd="2" destOrd="0" presId="urn:microsoft.com/office/officeart/2005/8/layout/orgChart1"/>
    <dgm:cxn modelId="{DB48839E-EB1D-4090-8C76-33B82573E3D5}" type="presParOf" srcId="{20D7A3A5-46DD-4446-83DB-2FE4A001FF5D}" destId="{6DF1AFAC-F8B2-4A18-9726-A02542F5489A}" srcOrd="4" destOrd="0" presId="urn:microsoft.com/office/officeart/2005/8/layout/orgChart1"/>
    <dgm:cxn modelId="{EED0B56F-6D70-473C-B67A-D8CB0F9CAC6C}" type="presParOf" srcId="{20D7A3A5-46DD-4446-83DB-2FE4A001FF5D}" destId="{ACE26649-CAB3-4F09-BFE7-94AA2E0648E1}" srcOrd="5" destOrd="0" presId="urn:microsoft.com/office/officeart/2005/8/layout/orgChart1"/>
    <dgm:cxn modelId="{B4E6783C-6109-4197-8F9E-3DB55CEDF8C6}" type="presParOf" srcId="{ACE26649-CAB3-4F09-BFE7-94AA2E0648E1}" destId="{49F7CAC7-DDB9-4B94-B8C6-16CE52D69612}" srcOrd="0" destOrd="0" presId="urn:microsoft.com/office/officeart/2005/8/layout/orgChart1"/>
    <dgm:cxn modelId="{FF777B59-104E-41A1-988E-1D5F1517E276}" type="presParOf" srcId="{49F7CAC7-DDB9-4B94-B8C6-16CE52D69612}" destId="{BC92E8C8-EB4D-4738-B253-1558FD8D6AA0}" srcOrd="0" destOrd="0" presId="urn:microsoft.com/office/officeart/2005/8/layout/orgChart1"/>
    <dgm:cxn modelId="{14CCFDCC-2D2E-454B-B081-C9AA47C91CD5}" type="presParOf" srcId="{49F7CAC7-DDB9-4B94-B8C6-16CE52D69612}" destId="{498DDA32-5BF6-4AD4-986F-5A4AEF7E5038}" srcOrd="1" destOrd="0" presId="urn:microsoft.com/office/officeart/2005/8/layout/orgChart1"/>
    <dgm:cxn modelId="{3A6E9AFD-6E97-41A1-81A3-306A8F4CB3B7}" type="presParOf" srcId="{ACE26649-CAB3-4F09-BFE7-94AA2E0648E1}" destId="{16C136EE-E235-4265-A330-84E774CB6578}" srcOrd="1" destOrd="0" presId="urn:microsoft.com/office/officeart/2005/8/layout/orgChart1"/>
    <dgm:cxn modelId="{5524D16D-0268-456A-959C-13752E4A7629}" type="presParOf" srcId="{ACE26649-CAB3-4F09-BFE7-94AA2E0648E1}" destId="{F8ECBF10-3032-4758-A67B-172E3D29107C}" srcOrd="2" destOrd="0" presId="urn:microsoft.com/office/officeart/2005/8/layout/orgChart1"/>
    <dgm:cxn modelId="{545321A7-6BD5-4BC3-862B-FCC394E5A49B}" type="presParOf" srcId="{20D7A3A5-46DD-4446-83DB-2FE4A001FF5D}" destId="{BF8D67D8-11E7-4E8C-ABC5-305F8AB3CC7C}" srcOrd="6" destOrd="0" presId="urn:microsoft.com/office/officeart/2005/8/layout/orgChart1"/>
    <dgm:cxn modelId="{C0AEBC32-C16C-4E2E-BEAF-43D7F6F9FA48}" type="presParOf" srcId="{20D7A3A5-46DD-4446-83DB-2FE4A001FF5D}" destId="{D740152F-0739-4ECA-85C8-23C42A63E44F}" srcOrd="7" destOrd="0" presId="urn:microsoft.com/office/officeart/2005/8/layout/orgChart1"/>
    <dgm:cxn modelId="{A932D5AE-E162-4B23-A8A9-9C9C3FC53DE9}" type="presParOf" srcId="{D740152F-0739-4ECA-85C8-23C42A63E44F}" destId="{20B45BA8-9F26-47B1-AB79-FA5C5AC3FEBC}" srcOrd="0" destOrd="0" presId="urn:microsoft.com/office/officeart/2005/8/layout/orgChart1"/>
    <dgm:cxn modelId="{B8FE9E79-B0D2-4C69-A940-EF6173B33F3C}" type="presParOf" srcId="{20B45BA8-9F26-47B1-AB79-FA5C5AC3FEBC}" destId="{6466D224-C4A8-479B-ABC9-A8DA3FE54A7E}" srcOrd="0" destOrd="0" presId="urn:microsoft.com/office/officeart/2005/8/layout/orgChart1"/>
    <dgm:cxn modelId="{12A052C5-3C65-4506-B2DE-AE496FA1DD99}" type="presParOf" srcId="{20B45BA8-9F26-47B1-AB79-FA5C5AC3FEBC}" destId="{4900802B-C114-42D3-8ABD-2FA5F2932791}" srcOrd="1" destOrd="0" presId="urn:microsoft.com/office/officeart/2005/8/layout/orgChart1"/>
    <dgm:cxn modelId="{2D5AD073-4B4D-4369-A267-E3CCED134FF2}" type="presParOf" srcId="{D740152F-0739-4ECA-85C8-23C42A63E44F}" destId="{E31E809C-BFBE-4094-8634-7438A462437C}" srcOrd="1" destOrd="0" presId="urn:microsoft.com/office/officeart/2005/8/layout/orgChart1"/>
    <dgm:cxn modelId="{FD46E92D-7238-4B5F-B0D8-F52CC9A18C81}" type="presParOf" srcId="{D740152F-0739-4ECA-85C8-23C42A63E44F}" destId="{C05F7D11-989E-4A4A-8CAA-DDFF689F05CF}" srcOrd="2" destOrd="0" presId="urn:microsoft.com/office/officeart/2005/8/layout/orgChart1"/>
    <dgm:cxn modelId="{412817E7-2995-447F-85D0-A1619B4C1373}" type="presParOf" srcId="{B9E1F6DC-03B6-49A9-8E78-62F8B5A3594B}" destId="{79481FAA-7473-4428-ADFD-F465B7819D47}" srcOrd="2" destOrd="0" presId="urn:microsoft.com/office/officeart/2005/8/layout/orgChart1"/>
    <dgm:cxn modelId="{16059BF7-1724-48A0-8060-48E62714E3D1}" type="presParOf" srcId="{7B8D69D9-88E3-4389-8572-C5FDD392448C}" destId="{0F40629D-0044-4A45-9BCD-FFDBD1363D3D}" srcOrd="2" destOrd="0" presId="urn:microsoft.com/office/officeart/2005/8/layout/orgChart1"/>
    <dgm:cxn modelId="{F8A4EF01-2231-41CA-90CA-6385E2918D34}" type="presParOf" srcId="{7B8D69D9-88E3-4389-8572-C5FDD392448C}" destId="{12713951-CBFD-4D00-8376-E2E3C15AECB0}" srcOrd="3" destOrd="0" presId="urn:microsoft.com/office/officeart/2005/8/layout/orgChart1"/>
    <dgm:cxn modelId="{723BD629-8A0D-42F9-ABA7-8969D07971C4}" type="presParOf" srcId="{12713951-CBFD-4D00-8376-E2E3C15AECB0}" destId="{DF312EC6-A3A7-449E-B382-D415EC26FEC6}" srcOrd="0" destOrd="0" presId="urn:microsoft.com/office/officeart/2005/8/layout/orgChart1"/>
    <dgm:cxn modelId="{3274AF9C-36AA-474C-878C-296B9E466A9D}" type="presParOf" srcId="{DF312EC6-A3A7-449E-B382-D415EC26FEC6}" destId="{2BC28215-2B27-4240-BD92-51B574D679D4}" srcOrd="0" destOrd="0" presId="urn:microsoft.com/office/officeart/2005/8/layout/orgChart1"/>
    <dgm:cxn modelId="{0DCDF35E-53A5-4107-8A43-E1F5D02E52EA}" type="presParOf" srcId="{DF312EC6-A3A7-449E-B382-D415EC26FEC6}" destId="{C07E2330-A0B2-4D0A-AA47-8AE6F7E5168B}" srcOrd="1" destOrd="0" presId="urn:microsoft.com/office/officeart/2005/8/layout/orgChart1"/>
    <dgm:cxn modelId="{5B3B5CA7-F493-4287-9A8E-3C8E4787E197}" type="presParOf" srcId="{12713951-CBFD-4D00-8376-E2E3C15AECB0}" destId="{EEFC4814-5051-49B7-B78D-B238868C78E0}" srcOrd="1" destOrd="0" presId="urn:microsoft.com/office/officeart/2005/8/layout/orgChart1"/>
    <dgm:cxn modelId="{48AB223D-9396-49B2-BF3F-A902A2897EA1}" type="presParOf" srcId="{EEFC4814-5051-49B7-B78D-B238868C78E0}" destId="{818B4E77-339D-46A6-9CD6-88DAEE290287}" srcOrd="0" destOrd="0" presId="urn:microsoft.com/office/officeart/2005/8/layout/orgChart1"/>
    <dgm:cxn modelId="{C6ED8CC7-3275-43AE-8D8F-40267A6CF8B1}" type="presParOf" srcId="{EEFC4814-5051-49B7-B78D-B238868C78E0}" destId="{28161E06-C4C9-476E-952B-E3E408D2B12C}" srcOrd="1" destOrd="0" presId="urn:microsoft.com/office/officeart/2005/8/layout/orgChart1"/>
    <dgm:cxn modelId="{4C1B913F-B364-4E05-9D27-5D30EA0EFE65}" type="presParOf" srcId="{28161E06-C4C9-476E-952B-E3E408D2B12C}" destId="{EDD38A2A-3AA7-45C6-A80D-090E87711563}" srcOrd="0" destOrd="0" presId="urn:microsoft.com/office/officeart/2005/8/layout/orgChart1"/>
    <dgm:cxn modelId="{95E1222E-BB92-44BF-B7F6-27BC5B3114AB}" type="presParOf" srcId="{EDD38A2A-3AA7-45C6-A80D-090E87711563}" destId="{686FFBD6-0869-4F88-931B-C22F487539CE}" srcOrd="0" destOrd="0" presId="urn:microsoft.com/office/officeart/2005/8/layout/orgChart1"/>
    <dgm:cxn modelId="{D4DE1EDD-DDDE-4988-A4CC-AC7CA9F391B1}" type="presParOf" srcId="{EDD38A2A-3AA7-45C6-A80D-090E87711563}" destId="{9B13B27D-200C-452B-AB0E-B05B3E0C49E7}" srcOrd="1" destOrd="0" presId="urn:microsoft.com/office/officeart/2005/8/layout/orgChart1"/>
    <dgm:cxn modelId="{2936507D-B8F8-46F9-8B02-9BAA942DA246}" type="presParOf" srcId="{28161E06-C4C9-476E-952B-E3E408D2B12C}" destId="{C9405702-32F5-46B5-9E83-3C4E72305488}" srcOrd="1" destOrd="0" presId="urn:microsoft.com/office/officeart/2005/8/layout/orgChart1"/>
    <dgm:cxn modelId="{4F2DC83B-DAF6-46D1-A7DA-C4D4E07A9309}" type="presParOf" srcId="{28161E06-C4C9-476E-952B-E3E408D2B12C}" destId="{AB251FBC-DF14-4ABA-88CD-4BE7E105B135}" srcOrd="2" destOrd="0" presId="urn:microsoft.com/office/officeart/2005/8/layout/orgChart1"/>
    <dgm:cxn modelId="{B4FB4B04-77BB-491E-8EAF-11498C5FF7F1}" type="presParOf" srcId="{EEFC4814-5051-49B7-B78D-B238868C78E0}" destId="{E8D988E9-DBF4-43E6-A34C-1D474CA57FB4}" srcOrd="2" destOrd="0" presId="urn:microsoft.com/office/officeart/2005/8/layout/orgChart1"/>
    <dgm:cxn modelId="{725A3B94-C2EA-4233-8EF1-D26D8B4A3B2C}" type="presParOf" srcId="{EEFC4814-5051-49B7-B78D-B238868C78E0}" destId="{AE48BBF6-0BDF-476E-8588-63FFD7CB6549}" srcOrd="3" destOrd="0" presId="urn:microsoft.com/office/officeart/2005/8/layout/orgChart1"/>
    <dgm:cxn modelId="{765C97F0-E74D-4448-B15B-C7EC6BAD37C6}" type="presParOf" srcId="{AE48BBF6-0BDF-476E-8588-63FFD7CB6549}" destId="{331A104D-84CB-4235-942B-D09CFECFD3ED}" srcOrd="0" destOrd="0" presId="urn:microsoft.com/office/officeart/2005/8/layout/orgChart1"/>
    <dgm:cxn modelId="{0E25C358-1639-4CA7-8A08-51BF2AE3CA3F}" type="presParOf" srcId="{331A104D-84CB-4235-942B-D09CFECFD3ED}" destId="{D8714177-6CA0-4197-8DDB-15FDCCA9D9F7}" srcOrd="0" destOrd="0" presId="urn:microsoft.com/office/officeart/2005/8/layout/orgChart1"/>
    <dgm:cxn modelId="{DDFAFBA3-E3D4-4B18-B5CD-F5685A3F062C}" type="presParOf" srcId="{331A104D-84CB-4235-942B-D09CFECFD3ED}" destId="{3D2FF32C-B005-422C-BE07-90A20F9FFDE5}" srcOrd="1" destOrd="0" presId="urn:microsoft.com/office/officeart/2005/8/layout/orgChart1"/>
    <dgm:cxn modelId="{FA7D8DD9-E610-480B-BA17-AEBFA71CF394}" type="presParOf" srcId="{AE48BBF6-0BDF-476E-8588-63FFD7CB6549}" destId="{6C9FA414-B039-4373-84C9-E232CE3D4986}" srcOrd="1" destOrd="0" presId="urn:microsoft.com/office/officeart/2005/8/layout/orgChart1"/>
    <dgm:cxn modelId="{4A70C18D-2C86-42FE-8D33-186E30BEE992}" type="presParOf" srcId="{AE48BBF6-0BDF-476E-8588-63FFD7CB6549}" destId="{664D2E85-C909-4CB5-BEBA-DDAC8A924D70}" srcOrd="2" destOrd="0" presId="urn:microsoft.com/office/officeart/2005/8/layout/orgChart1"/>
    <dgm:cxn modelId="{713B0879-7D54-4F01-AED3-20C706EEBB0E}" type="presParOf" srcId="{EEFC4814-5051-49B7-B78D-B238868C78E0}" destId="{59DACDE0-2145-410E-80C8-5CCFDB1576DA}" srcOrd="4" destOrd="0" presId="urn:microsoft.com/office/officeart/2005/8/layout/orgChart1"/>
    <dgm:cxn modelId="{D2BEAEF8-88CF-4609-99F1-A5C028C64B25}" type="presParOf" srcId="{EEFC4814-5051-49B7-B78D-B238868C78E0}" destId="{D7C820C5-11F8-4660-B3CC-44F043DD2F72}" srcOrd="5" destOrd="0" presId="urn:microsoft.com/office/officeart/2005/8/layout/orgChart1"/>
    <dgm:cxn modelId="{A4BA0F1C-21BD-4610-B8FD-A9ECCA69C822}" type="presParOf" srcId="{D7C820C5-11F8-4660-B3CC-44F043DD2F72}" destId="{C39B0656-2275-48C8-B3B2-0A11933EEA31}" srcOrd="0" destOrd="0" presId="urn:microsoft.com/office/officeart/2005/8/layout/orgChart1"/>
    <dgm:cxn modelId="{A9744E63-167F-4828-A41D-6D7DF19B612B}" type="presParOf" srcId="{C39B0656-2275-48C8-B3B2-0A11933EEA31}" destId="{BF2B5DB4-BA6F-42EA-B0E9-16655CC2F62D}" srcOrd="0" destOrd="0" presId="urn:microsoft.com/office/officeart/2005/8/layout/orgChart1"/>
    <dgm:cxn modelId="{4E382A17-6BD5-4F54-A6A1-1B70D42DAD88}" type="presParOf" srcId="{C39B0656-2275-48C8-B3B2-0A11933EEA31}" destId="{BFB070B3-2D5B-46A4-BAC6-E43E7A2E62E1}" srcOrd="1" destOrd="0" presId="urn:microsoft.com/office/officeart/2005/8/layout/orgChart1"/>
    <dgm:cxn modelId="{96069E1C-496C-446C-B263-146CF9A69B49}" type="presParOf" srcId="{D7C820C5-11F8-4660-B3CC-44F043DD2F72}" destId="{14DEFDD7-B82B-4888-82BC-AE93116E482B}" srcOrd="1" destOrd="0" presId="urn:microsoft.com/office/officeart/2005/8/layout/orgChart1"/>
    <dgm:cxn modelId="{BE15D85D-8AA1-4656-A4D5-4C5D2619B9B2}" type="presParOf" srcId="{D7C820C5-11F8-4660-B3CC-44F043DD2F72}" destId="{BC4F16C9-4F08-4C26-ACC7-FEC075895766}" srcOrd="2" destOrd="0" presId="urn:microsoft.com/office/officeart/2005/8/layout/orgChart1"/>
    <dgm:cxn modelId="{432D6EE2-AF0E-47CC-80A8-50A573C2B168}" type="presParOf" srcId="{12713951-CBFD-4D00-8376-E2E3C15AECB0}" destId="{920ECBA9-2497-4C07-B85B-DBCC4593F256}" srcOrd="2" destOrd="0" presId="urn:microsoft.com/office/officeart/2005/8/layout/orgChart1"/>
    <dgm:cxn modelId="{85E826F1-D1B3-462F-B849-897802A91CCC}" type="presParOf" srcId="{7B8D69D9-88E3-4389-8572-C5FDD392448C}" destId="{6CCBF36E-5D61-4931-9A19-D021298A23EA}" srcOrd="4" destOrd="0" presId="urn:microsoft.com/office/officeart/2005/8/layout/orgChart1"/>
    <dgm:cxn modelId="{0814FECF-52F7-4F00-96F9-848E5418D95F}" type="presParOf" srcId="{7B8D69D9-88E3-4389-8572-C5FDD392448C}" destId="{13F7E7C8-6B96-449A-BBB9-C85085E84644}" srcOrd="5" destOrd="0" presId="urn:microsoft.com/office/officeart/2005/8/layout/orgChart1"/>
    <dgm:cxn modelId="{0739F728-E142-40BF-A370-B7B0FF5490C9}" type="presParOf" srcId="{13F7E7C8-6B96-449A-BBB9-C85085E84644}" destId="{AF532598-32EE-403A-8373-1D6960420539}" srcOrd="0" destOrd="0" presId="urn:microsoft.com/office/officeart/2005/8/layout/orgChart1"/>
    <dgm:cxn modelId="{85979325-A714-4FF8-922F-6C3FD5F871F2}" type="presParOf" srcId="{AF532598-32EE-403A-8373-1D6960420539}" destId="{EA3740EF-F97D-4C53-B58E-173F134DDBAA}" srcOrd="0" destOrd="0" presId="urn:microsoft.com/office/officeart/2005/8/layout/orgChart1"/>
    <dgm:cxn modelId="{622C6BB2-E687-4C94-B6D9-BD94FC02FCFA}" type="presParOf" srcId="{AF532598-32EE-403A-8373-1D6960420539}" destId="{C77706CA-60BA-426C-9ABB-D17B7CB41C56}" srcOrd="1" destOrd="0" presId="urn:microsoft.com/office/officeart/2005/8/layout/orgChart1"/>
    <dgm:cxn modelId="{2371FD76-B1A2-41E4-AC82-AA231FB691F4}" type="presParOf" srcId="{13F7E7C8-6B96-449A-BBB9-C85085E84644}" destId="{65017EE5-DA9D-4E1B-B83D-A2F86C2E7DC4}" srcOrd="1" destOrd="0" presId="urn:microsoft.com/office/officeart/2005/8/layout/orgChart1"/>
    <dgm:cxn modelId="{141AB9AC-E5F9-4A66-B594-9F8D7F5EA023}" type="presParOf" srcId="{65017EE5-DA9D-4E1B-B83D-A2F86C2E7DC4}" destId="{B1CF5FE4-2F84-45A7-A82C-28A4BF893E75}" srcOrd="0" destOrd="0" presId="urn:microsoft.com/office/officeart/2005/8/layout/orgChart1"/>
    <dgm:cxn modelId="{0EA997F5-B60A-461A-B82E-DC73C71DA0F1}" type="presParOf" srcId="{65017EE5-DA9D-4E1B-B83D-A2F86C2E7DC4}" destId="{58B1493B-95E9-4376-9017-8CBC19E350FC}" srcOrd="1" destOrd="0" presId="urn:microsoft.com/office/officeart/2005/8/layout/orgChart1"/>
    <dgm:cxn modelId="{56592D0B-AADF-41BE-B075-537DC4C45F0E}" type="presParOf" srcId="{58B1493B-95E9-4376-9017-8CBC19E350FC}" destId="{88D5E105-72CA-4405-B18F-F60134F8F7A4}" srcOrd="0" destOrd="0" presId="urn:microsoft.com/office/officeart/2005/8/layout/orgChart1"/>
    <dgm:cxn modelId="{71DF0466-2C5E-4454-AEA3-F14EB32955D5}" type="presParOf" srcId="{88D5E105-72CA-4405-B18F-F60134F8F7A4}" destId="{2B47C5BA-8828-4960-887D-AB7550D378B1}" srcOrd="0" destOrd="0" presId="urn:microsoft.com/office/officeart/2005/8/layout/orgChart1"/>
    <dgm:cxn modelId="{EB484F60-B4D9-462E-A5DF-586EB1D761B0}" type="presParOf" srcId="{88D5E105-72CA-4405-B18F-F60134F8F7A4}" destId="{9D772C0D-1AC3-4621-9DD5-EE959C7629D0}" srcOrd="1" destOrd="0" presId="urn:microsoft.com/office/officeart/2005/8/layout/orgChart1"/>
    <dgm:cxn modelId="{8228ADC5-5951-418B-AEA0-669B87C02B0A}" type="presParOf" srcId="{58B1493B-95E9-4376-9017-8CBC19E350FC}" destId="{D3284419-18F5-4C82-A236-975E90B762C4}" srcOrd="1" destOrd="0" presId="urn:microsoft.com/office/officeart/2005/8/layout/orgChart1"/>
    <dgm:cxn modelId="{4B6E7E22-8492-4758-A462-46140BC59745}" type="presParOf" srcId="{58B1493B-95E9-4376-9017-8CBC19E350FC}" destId="{BBE90735-ABC8-4ADD-9100-8F075B368F09}" srcOrd="2" destOrd="0" presId="urn:microsoft.com/office/officeart/2005/8/layout/orgChart1"/>
    <dgm:cxn modelId="{D0B7454A-532C-43F7-9C25-AEFB52761131}" type="presParOf" srcId="{65017EE5-DA9D-4E1B-B83D-A2F86C2E7DC4}" destId="{4C3ADF9A-4E9F-4EB8-A5F7-88B7B8332170}" srcOrd="2" destOrd="0" presId="urn:microsoft.com/office/officeart/2005/8/layout/orgChart1"/>
    <dgm:cxn modelId="{7A31CE57-CA8D-4ECF-8FF9-919FE578F273}" type="presParOf" srcId="{65017EE5-DA9D-4E1B-B83D-A2F86C2E7DC4}" destId="{EF00C297-110E-42C0-B8DF-F90FED5BD24C}" srcOrd="3" destOrd="0" presId="urn:microsoft.com/office/officeart/2005/8/layout/orgChart1"/>
    <dgm:cxn modelId="{32BB811A-BBC7-4F42-AC71-FD890E229D0E}" type="presParOf" srcId="{EF00C297-110E-42C0-B8DF-F90FED5BD24C}" destId="{C478A65A-1702-49AD-946A-3B2B007DF504}" srcOrd="0" destOrd="0" presId="urn:microsoft.com/office/officeart/2005/8/layout/orgChart1"/>
    <dgm:cxn modelId="{A0F5B978-9823-4515-9A78-A5F5ED4D965D}" type="presParOf" srcId="{C478A65A-1702-49AD-946A-3B2B007DF504}" destId="{084C1807-1FEB-4421-8D80-AD804E9480C8}" srcOrd="0" destOrd="0" presId="urn:microsoft.com/office/officeart/2005/8/layout/orgChart1"/>
    <dgm:cxn modelId="{834CD8F6-FE0C-46DA-A11C-4F7A910B17A0}" type="presParOf" srcId="{C478A65A-1702-49AD-946A-3B2B007DF504}" destId="{E86E55F7-D72C-4763-9340-0048C10486E4}" srcOrd="1" destOrd="0" presId="urn:microsoft.com/office/officeart/2005/8/layout/orgChart1"/>
    <dgm:cxn modelId="{AC90E353-FB5A-4CA5-A682-8ABF79565A5F}" type="presParOf" srcId="{EF00C297-110E-42C0-B8DF-F90FED5BD24C}" destId="{030F17C4-706E-4CF6-BFFD-8AC820B5088B}" srcOrd="1" destOrd="0" presId="urn:microsoft.com/office/officeart/2005/8/layout/orgChart1"/>
    <dgm:cxn modelId="{A6BAA35D-14C7-4C68-BDB9-4D109704EC42}" type="presParOf" srcId="{EF00C297-110E-42C0-B8DF-F90FED5BD24C}" destId="{5D8DA73A-43F2-40C8-959C-84A989FE6F53}" srcOrd="2" destOrd="0" presId="urn:microsoft.com/office/officeart/2005/8/layout/orgChart1"/>
    <dgm:cxn modelId="{076A4A4F-4387-4029-9A99-DAB47D3781DB}" type="presParOf" srcId="{13F7E7C8-6B96-449A-BBB9-C85085E84644}" destId="{079884A3-99CE-42F2-A139-4F8FC81DA2B7}" srcOrd="2" destOrd="0" presId="urn:microsoft.com/office/officeart/2005/8/layout/orgChart1"/>
    <dgm:cxn modelId="{7BBEF6D0-DB9A-4D57-A963-7FB4A916900C}" type="presParOf" srcId="{C15D1154-E5C0-4010-820B-AEA1729CAEC4}" destId="{9DA40B37-C913-469E-9BFE-E5A1CE6514D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7B1615-B2F9-40D8-BEA2-2D47CBA01C38}">
      <dsp:nvSpPr>
        <dsp:cNvPr id="0" name=""/>
        <dsp:cNvSpPr/>
      </dsp:nvSpPr>
      <dsp:spPr>
        <a:xfrm>
          <a:off x="7946287" y="1736544"/>
          <a:ext cx="215149" cy="47332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33292"/>
              </a:lnTo>
              <a:lnTo>
                <a:pt x="215149" y="4733292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0D5841-0D30-4085-B945-6EB7CAB9F8B4}">
      <dsp:nvSpPr>
        <dsp:cNvPr id="0" name=""/>
        <dsp:cNvSpPr/>
      </dsp:nvSpPr>
      <dsp:spPr>
        <a:xfrm>
          <a:off x="7946287" y="1736544"/>
          <a:ext cx="215149" cy="37149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14917"/>
              </a:lnTo>
              <a:lnTo>
                <a:pt x="215149" y="3714917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B901B9-276B-45B0-8C87-6549F0FA95C0}">
      <dsp:nvSpPr>
        <dsp:cNvPr id="0" name=""/>
        <dsp:cNvSpPr/>
      </dsp:nvSpPr>
      <dsp:spPr>
        <a:xfrm>
          <a:off x="7946287" y="1736544"/>
          <a:ext cx="215149" cy="2696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96542"/>
              </a:lnTo>
              <a:lnTo>
                <a:pt x="215149" y="2696542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E9D452-F1F1-4315-96B6-779F604057F4}">
      <dsp:nvSpPr>
        <dsp:cNvPr id="0" name=""/>
        <dsp:cNvSpPr/>
      </dsp:nvSpPr>
      <dsp:spPr>
        <a:xfrm>
          <a:off x="7946287" y="1736544"/>
          <a:ext cx="215149" cy="16781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78167"/>
              </a:lnTo>
              <a:lnTo>
                <a:pt x="215149" y="1678167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A7337E-3D93-467A-940F-E16F33EE4CAA}">
      <dsp:nvSpPr>
        <dsp:cNvPr id="0" name=""/>
        <dsp:cNvSpPr/>
      </dsp:nvSpPr>
      <dsp:spPr>
        <a:xfrm>
          <a:off x="7946287" y="1736544"/>
          <a:ext cx="215149" cy="6597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9792"/>
              </a:lnTo>
              <a:lnTo>
                <a:pt x="215149" y="659792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25AD47-453B-476C-9F88-F5D68935E64F}">
      <dsp:nvSpPr>
        <dsp:cNvPr id="0" name=""/>
        <dsp:cNvSpPr/>
      </dsp:nvSpPr>
      <dsp:spPr>
        <a:xfrm>
          <a:off x="5916708" y="718169"/>
          <a:ext cx="2603310" cy="3012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0604"/>
              </a:lnTo>
              <a:lnTo>
                <a:pt x="2603310" y="150604"/>
              </a:lnTo>
              <a:lnTo>
                <a:pt x="2603310" y="301209"/>
              </a:lnTo>
            </a:path>
          </a:pathLst>
        </a:custGeom>
        <a:noFill/>
        <a:ln w="2222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3D3C9D-C95A-480A-9D70-978FF8CFB768}">
      <dsp:nvSpPr>
        <dsp:cNvPr id="0" name=""/>
        <dsp:cNvSpPr/>
      </dsp:nvSpPr>
      <dsp:spPr>
        <a:xfrm>
          <a:off x="6210746" y="1736544"/>
          <a:ext cx="215149" cy="2696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96542"/>
              </a:lnTo>
              <a:lnTo>
                <a:pt x="215149" y="2696542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A3B855-0262-44C6-9654-A9DDB5EF74BE}">
      <dsp:nvSpPr>
        <dsp:cNvPr id="0" name=""/>
        <dsp:cNvSpPr/>
      </dsp:nvSpPr>
      <dsp:spPr>
        <a:xfrm>
          <a:off x="6210746" y="1736544"/>
          <a:ext cx="215149" cy="16781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78167"/>
              </a:lnTo>
              <a:lnTo>
                <a:pt x="215149" y="1678167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95DA19-BBF5-479F-B2C0-1DB04B2B9848}">
      <dsp:nvSpPr>
        <dsp:cNvPr id="0" name=""/>
        <dsp:cNvSpPr/>
      </dsp:nvSpPr>
      <dsp:spPr>
        <a:xfrm>
          <a:off x="6210746" y="1736544"/>
          <a:ext cx="215149" cy="6597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9792"/>
              </a:lnTo>
              <a:lnTo>
                <a:pt x="215149" y="659792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DE6BC0-B2D5-4635-941C-DF52473DD8FA}">
      <dsp:nvSpPr>
        <dsp:cNvPr id="0" name=""/>
        <dsp:cNvSpPr/>
      </dsp:nvSpPr>
      <dsp:spPr>
        <a:xfrm>
          <a:off x="5916708" y="718169"/>
          <a:ext cx="867770" cy="3012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0604"/>
              </a:lnTo>
              <a:lnTo>
                <a:pt x="867770" y="150604"/>
              </a:lnTo>
              <a:lnTo>
                <a:pt x="867770" y="301209"/>
              </a:lnTo>
            </a:path>
          </a:pathLst>
        </a:custGeom>
        <a:noFill/>
        <a:ln w="2222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602863-BBF0-4BA7-BDD5-6353E46E758D}">
      <dsp:nvSpPr>
        <dsp:cNvPr id="0" name=""/>
        <dsp:cNvSpPr/>
      </dsp:nvSpPr>
      <dsp:spPr>
        <a:xfrm>
          <a:off x="4475205" y="1736544"/>
          <a:ext cx="215149" cy="16781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78167"/>
              </a:lnTo>
              <a:lnTo>
                <a:pt x="215149" y="1678167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FCC04B-E500-45F5-ADED-A93FF0F4DDD3}">
      <dsp:nvSpPr>
        <dsp:cNvPr id="0" name=""/>
        <dsp:cNvSpPr/>
      </dsp:nvSpPr>
      <dsp:spPr>
        <a:xfrm>
          <a:off x="4475205" y="1736544"/>
          <a:ext cx="215149" cy="6597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9792"/>
              </a:lnTo>
              <a:lnTo>
                <a:pt x="215149" y="659792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85F0EB-D990-4713-8E48-C3543CE2BA83}">
      <dsp:nvSpPr>
        <dsp:cNvPr id="0" name=""/>
        <dsp:cNvSpPr/>
      </dsp:nvSpPr>
      <dsp:spPr>
        <a:xfrm>
          <a:off x="5048938" y="718169"/>
          <a:ext cx="867770" cy="301209"/>
        </a:xfrm>
        <a:custGeom>
          <a:avLst/>
          <a:gdLst/>
          <a:ahLst/>
          <a:cxnLst/>
          <a:rect l="0" t="0" r="0" b="0"/>
          <a:pathLst>
            <a:path>
              <a:moveTo>
                <a:pt x="867770" y="0"/>
              </a:moveTo>
              <a:lnTo>
                <a:pt x="867770" y="150604"/>
              </a:lnTo>
              <a:lnTo>
                <a:pt x="0" y="150604"/>
              </a:lnTo>
              <a:lnTo>
                <a:pt x="0" y="301209"/>
              </a:lnTo>
            </a:path>
          </a:pathLst>
        </a:custGeom>
        <a:noFill/>
        <a:ln w="2222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B39CC0-F53E-473B-99C9-E80A3E6FB674}">
      <dsp:nvSpPr>
        <dsp:cNvPr id="0" name=""/>
        <dsp:cNvSpPr/>
      </dsp:nvSpPr>
      <dsp:spPr>
        <a:xfrm>
          <a:off x="2739665" y="1736544"/>
          <a:ext cx="215149" cy="2696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96542"/>
              </a:lnTo>
              <a:lnTo>
                <a:pt x="215149" y="2696542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6F7601-862D-4D2F-AB77-81FE0E30AD0B}">
      <dsp:nvSpPr>
        <dsp:cNvPr id="0" name=""/>
        <dsp:cNvSpPr/>
      </dsp:nvSpPr>
      <dsp:spPr>
        <a:xfrm>
          <a:off x="2739665" y="1736544"/>
          <a:ext cx="215149" cy="16781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78167"/>
              </a:lnTo>
              <a:lnTo>
                <a:pt x="215149" y="1678167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DDD7CE-EC61-409A-9B41-7FDB6C662033}">
      <dsp:nvSpPr>
        <dsp:cNvPr id="0" name=""/>
        <dsp:cNvSpPr/>
      </dsp:nvSpPr>
      <dsp:spPr>
        <a:xfrm>
          <a:off x="2739665" y="1736544"/>
          <a:ext cx="215149" cy="6597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9792"/>
              </a:lnTo>
              <a:lnTo>
                <a:pt x="215149" y="659792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F7F481-E233-436B-AA6C-1E0171036E0B}">
      <dsp:nvSpPr>
        <dsp:cNvPr id="0" name=""/>
        <dsp:cNvSpPr/>
      </dsp:nvSpPr>
      <dsp:spPr>
        <a:xfrm>
          <a:off x="3313397" y="718169"/>
          <a:ext cx="2603310" cy="301209"/>
        </a:xfrm>
        <a:custGeom>
          <a:avLst/>
          <a:gdLst/>
          <a:ahLst/>
          <a:cxnLst/>
          <a:rect l="0" t="0" r="0" b="0"/>
          <a:pathLst>
            <a:path>
              <a:moveTo>
                <a:pt x="2603310" y="0"/>
              </a:moveTo>
              <a:lnTo>
                <a:pt x="2603310" y="150604"/>
              </a:lnTo>
              <a:lnTo>
                <a:pt x="0" y="150604"/>
              </a:lnTo>
              <a:lnTo>
                <a:pt x="0" y="301209"/>
              </a:lnTo>
            </a:path>
          </a:pathLst>
        </a:custGeom>
        <a:noFill/>
        <a:ln w="2222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BE78D9-574F-4577-9DCA-C4FFE1A6D957}">
      <dsp:nvSpPr>
        <dsp:cNvPr id="0" name=""/>
        <dsp:cNvSpPr/>
      </dsp:nvSpPr>
      <dsp:spPr>
        <a:xfrm>
          <a:off x="5199543" y="1004"/>
          <a:ext cx="1434331" cy="71716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Continental Biscuits </a:t>
          </a:r>
        </a:p>
      </dsp:txBody>
      <dsp:txXfrm>
        <a:off x="5199543" y="1004"/>
        <a:ext cx="1434331" cy="717165"/>
      </dsp:txXfrm>
    </dsp:sp>
    <dsp:sp modelId="{3F01E5FA-0B39-4E1B-9818-2C2229B5E6B6}">
      <dsp:nvSpPr>
        <dsp:cNvPr id="0" name=""/>
        <dsp:cNvSpPr/>
      </dsp:nvSpPr>
      <dsp:spPr>
        <a:xfrm>
          <a:off x="2596232" y="1019379"/>
          <a:ext cx="1434331" cy="71716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Plain &amp; Sweet</a:t>
          </a:r>
        </a:p>
      </dsp:txBody>
      <dsp:txXfrm>
        <a:off x="2596232" y="1019379"/>
        <a:ext cx="1434331" cy="717165"/>
      </dsp:txXfrm>
    </dsp:sp>
    <dsp:sp modelId="{A7F3E226-DB36-4887-8116-1AF6A1269680}">
      <dsp:nvSpPr>
        <dsp:cNvPr id="0" name=""/>
        <dsp:cNvSpPr/>
      </dsp:nvSpPr>
      <dsp:spPr>
        <a:xfrm>
          <a:off x="2954814" y="2037754"/>
          <a:ext cx="1434331" cy="717165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954814" y="2037754"/>
        <a:ext cx="1434331" cy="717165"/>
      </dsp:txXfrm>
    </dsp:sp>
    <dsp:sp modelId="{0CC6CC8F-82FE-42BF-B8D2-A2A5189F85E3}">
      <dsp:nvSpPr>
        <dsp:cNvPr id="0" name=""/>
        <dsp:cNvSpPr/>
      </dsp:nvSpPr>
      <dsp:spPr>
        <a:xfrm>
          <a:off x="2954814" y="3056129"/>
          <a:ext cx="1434331" cy="717165"/>
        </a:xfrm>
        <a:prstGeom prst="rect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954814" y="3056129"/>
        <a:ext cx="1434331" cy="717165"/>
      </dsp:txXfrm>
    </dsp:sp>
    <dsp:sp modelId="{8136100B-F4B1-4ED3-9874-7EDFFFDC2D32}">
      <dsp:nvSpPr>
        <dsp:cNvPr id="0" name=""/>
        <dsp:cNvSpPr/>
      </dsp:nvSpPr>
      <dsp:spPr>
        <a:xfrm>
          <a:off x="2954814" y="4074504"/>
          <a:ext cx="1434331" cy="717165"/>
        </a:xfrm>
        <a:prstGeom prst="rect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954814" y="4074504"/>
        <a:ext cx="1434331" cy="717165"/>
      </dsp:txXfrm>
    </dsp:sp>
    <dsp:sp modelId="{DF025632-6EB3-43A0-A586-3B646FC89CAE}">
      <dsp:nvSpPr>
        <dsp:cNvPr id="0" name=""/>
        <dsp:cNvSpPr/>
      </dsp:nvSpPr>
      <dsp:spPr>
        <a:xfrm>
          <a:off x="4331772" y="1019379"/>
          <a:ext cx="1434331" cy="71716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Plain &amp; Savory</a:t>
          </a:r>
        </a:p>
      </dsp:txBody>
      <dsp:txXfrm>
        <a:off x="4331772" y="1019379"/>
        <a:ext cx="1434331" cy="717165"/>
      </dsp:txXfrm>
    </dsp:sp>
    <dsp:sp modelId="{4834F415-8BBF-43FA-A790-58E29BF7B861}">
      <dsp:nvSpPr>
        <dsp:cNvPr id="0" name=""/>
        <dsp:cNvSpPr/>
      </dsp:nvSpPr>
      <dsp:spPr>
        <a:xfrm>
          <a:off x="4690355" y="2037754"/>
          <a:ext cx="1434331" cy="717165"/>
        </a:xfrm>
        <a:prstGeom prst="rect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4690355" y="2037754"/>
        <a:ext cx="1434331" cy="717165"/>
      </dsp:txXfrm>
    </dsp:sp>
    <dsp:sp modelId="{BE5EA851-E985-4E20-9925-D34F27235BF0}">
      <dsp:nvSpPr>
        <dsp:cNvPr id="0" name=""/>
        <dsp:cNvSpPr/>
      </dsp:nvSpPr>
      <dsp:spPr>
        <a:xfrm>
          <a:off x="4690355" y="3056129"/>
          <a:ext cx="1434331" cy="717165"/>
        </a:xfrm>
        <a:prstGeom prst="rect">
          <a:avLst/>
        </a:prstGeom>
        <a:blipFill rotWithShape="0">
          <a:blip xmlns:r="http://schemas.openxmlformats.org/officeDocument/2006/relationships" r:embed="rId5"/>
          <a:stretch>
            <a:fillRect/>
          </a:stretch>
        </a:blip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4690355" y="3056129"/>
        <a:ext cx="1434331" cy="717165"/>
      </dsp:txXfrm>
    </dsp:sp>
    <dsp:sp modelId="{74DE35ED-0216-49AF-B24D-642D2C39E60C}">
      <dsp:nvSpPr>
        <dsp:cNvPr id="0" name=""/>
        <dsp:cNvSpPr/>
      </dsp:nvSpPr>
      <dsp:spPr>
        <a:xfrm>
          <a:off x="6067313" y="1019379"/>
          <a:ext cx="1434331" cy="71716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Sandwich</a:t>
          </a:r>
        </a:p>
      </dsp:txBody>
      <dsp:txXfrm>
        <a:off x="6067313" y="1019379"/>
        <a:ext cx="1434331" cy="717165"/>
      </dsp:txXfrm>
    </dsp:sp>
    <dsp:sp modelId="{3A2E701C-E033-4A34-AF99-01B53D26A0FF}">
      <dsp:nvSpPr>
        <dsp:cNvPr id="0" name=""/>
        <dsp:cNvSpPr/>
      </dsp:nvSpPr>
      <dsp:spPr>
        <a:xfrm>
          <a:off x="6425896" y="2037754"/>
          <a:ext cx="1434331" cy="717165"/>
        </a:xfrm>
        <a:prstGeom prst="rect">
          <a:avLst/>
        </a:prstGeom>
        <a:blipFill rotWithShape="0">
          <a:blip xmlns:r="http://schemas.openxmlformats.org/officeDocument/2006/relationships" r:embed="rId6"/>
          <a:stretch>
            <a:fillRect/>
          </a:stretch>
        </a:blip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425896" y="2037754"/>
        <a:ext cx="1434331" cy="717165"/>
      </dsp:txXfrm>
    </dsp:sp>
    <dsp:sp modelId="{FE4D2B30-BBAC-4A6A-B4C4-E90CE0282F94}">
      <dsp:nvSpPr>
        <dsp:cNvPr id="0" name=""/>
        <dsp:cNvSpPr/>
      </dsp:nvSpPr>
      <dsp:spPr>
        <a:xfrm>
          <a:off x="6425896" y="3056129"/>
          <a:ext cx="1434331" cy="717165"/>
        </a:xfrm>
        <a:prstGeom prst="rect">
          <a:avLst/>
        </a:prstGeom>
        <a:blipFill rotWithShape="0">
          <a:blip xmlns:r="http://schemas.openxmlformats.org/officeDocument/2006/relationships" r:embed="rId7"/>
          <a:stretch>
            <a:fillRect/>
          </a:stretch>
        </a:blip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425896" y="3056129"/>
        <a:ext cx="1434331" cy="717165"/>
      </dsp:txXfrm>
    </dsp:sp>
    <dsp:sp modelId="{74AA9836-9DD6-43FD-A7C1-2DCC21A1DF2A}">
      <dsp:nvSpPr>
        <dsp:cNvPr id="0" name=""/>
        <dsp:cNvSpPr/>
      </dsp:nvSpPr>
      <dsp:spPr>
        <a:xfrm>
          <a:off x="6425896" y="4074504"/>
          <a:ext cx="1434331" cy="717165"/>
        </a:xfrm>
        <a:prstGeom prst="rect">
          <a:avLst/>
        </a:prstGeom>
        <a:blipFill rotWithShape="0">
          <a:blip xmlns:r="http://schemas.openxmlformats.org/officeDocument/2006/relationships" r:embed="rId8"/>
          <a:stretch>
            <a:fillRect/>
          </a:stretch>
        </a:blip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425896" y="4074504"/>
        <a:ext cx="1434331" cy="717165"/>
      </dsp:txXfrm>
    </dsp:sp>
    <dsp:sp modelId="{82DF5911-A24C-4359-87F9-355B22341D2B}">
      <dsp:nvSpPr>
        <dsp:cNvPr id="0" name=""/>
        <dsp:cNvSpPr/>
      </dsp:nvSpPr>
      <dsp:spPr>
        <a:xfrm>
          <a:off x="7802853" y="1019379"/>
          <a:ext cx="1434331" cy="71716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Other</a:t>
          </a:r>
        </a:p>
      </dsp:txBody>
      <dsp:txXfrm>
        <a:off x="7802853" y="1019379"/>
        <a:ext cx="1434331" cy="717165"/>
      </dsp:txXfrm>
    </dsp:sp>
    <dsp:sp modelId="{13C0E367-B545-4F51-894F-04922B2B8637}">
      <dsp:nvSpPr>
        <dsp:cNvPr id="0" name=""/>
        <dsp:cNvSpPr/>
      </dsp:nvSpPr>
      <dsp:spPr>
        <a:xfrm>
          <a:off x="8161436" y="2037754"/>
          <a:ext cx="1434331" cy="717165"/>
        </a:xfrm>
        <a:prstGeom prst="rect">
          <a:avLst/>
        </a:prstGeom>
        <a:blipFill rotWithShape="0">
          <a:blip xmlns:r="http://schemas.openxmlformats.org/officeDocument/2006/relationships" r:embed="rId9"/>
          <a:stretch>
            <a:fillRect/>
          </a:stretch>
        </a:blip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161436" y="2037754"/>
        <a:ext cx="1434331" cy="717165"/>
      </dsp:txXfrm>
    </dsp:sp>
    <dsp:sp modelId="{40A29997-807A-4B00-A8BE-483878FBB040}">
      <dsp:nvSpPr>
        <dsp:cNvPr id="0" name=""/>
        <dsp:cNvSpPr/>
      </dsp:nvSpPr>
      <dsp:spPr>
        <a:xfrm>
          <a:off x="8161436" y="3056129"/>
          <a:ext cx="1434331" cy="717165"/>
        </a:xfrm>
        <a:prstGeom prst="rect">
          <a:avLst/>
        </a:prstGeom>
        <a:blipFill rotWithShape="0">
          <a:blip xmlns:r="http://schemas.openxmlformats.org/officeDocument/2006/relationships" r:embed="rId10"/>
          <a:stretch>
            <a:fillRect/>
          </a:stretch>
        </a:blip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 dirty="0"/>
        </a:p>
      </dsp:txBody>
      <dsp:txXfrm>
        <a:off x="8161436" y="3056129"/>
        <a:ext cx="1434331" cy="717165"/>
      </dsp:txXfrm>
    </dsp:sp>
    <dsp:sp modelId="{72B58B53-CB41-415B-A647-2FE149A7F0D7}">
      <dsp:nvSpPr>
        <dsp:cNvPr id="0" name=""/>
        <dsp:cNvSpPr/>
      </dsp:nvSpPr>
      <dsp:spPr>
        <a:xfrm>
          <a:off x="8161436" y="4074504"/>
          <a:ext cx="1434331" cy="717165"/>
        </a:xfrm>
        <a:prstGeom prst="rect">
          <a:avLst/>
        </a:prstGeom>
        <a:blipFill rotWithShape="0">
          <a:blip xmlns:r="http://schemas.openxmlformats.org/officeDocument/2006/relationships" r:embed="rId11"/>
          <a:stretch>
            <a:fillRect/>
          </a:stretch>
        </a:blip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161436" y="4074504"/>
        <a:ext cx="1434331" cy="717165"/>
      </dsp:txXfrm>
    </dsp:sp>
    <dsp:sp modelId="{2CA67120-1220-4198-9735-A68443336A2B}">
      <dsp:nvSpPr>
        <dsp:cNvPr id="0" name=""/>
        <dsp:cNvSpPr/>
      </dsp:nvSpPr>
      <dsp:spPr>
        <a:xfrm>
          <a:off x="8161436" y="5092879"/>
          <a:ext cx="1434331" cy="717165"/>
        </a:xfrm>
        <a:prstGeom prst="rect">
          <a:avLst/>
        </a:prstGeom>
        <a:blipFill rotWithShape="0">
          <a:blip xmlns:r="http://schemas.openxmlformats.org/officeDocument/2006/relationships" r:embed="rId12"/>
          <a:stretch>
            <a:fillRect/>
          </a:stretch>
        </a:blip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161436" y="5092879"/>
        <a:ext cx="1434331" cy="717165"/>
      </dsp:txXfrm>
    </dsp:sp>
    <dsp:sp modelId="{1E000801-3B29-476A-AD6C-B9A76A71CEC2}">
      <dsp:nvSpPr>
        <dsp:cNvPr id="0" name=""/>
        <dsp:cNvSpPr/>
      </dsp:nvSpPr>
      <dsp:spPr>
        <a:xfrm>
          <a:off x="8161436" y="6111254"/>
          <a:ext cx="1434331" cy="717165"/>
        </a:xfrm>
        <a:prstGeom prst="rect">
          <a:avLst/>
        </a:prstGeom>
        <a:blipFill rotWithShape="0">
          <a:blip xmlns:r="http://schemas.openxmlformats.org/officeDocument/2006/relationships" r:embed="rId13"/>
          <a:stretch>
            <a:fillRect/>
          </a:stretch>
        </a:blip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161436" y="6111254"/>
        <a:ext cx="1434331" cy="7171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ADF9A-4E9F-4EB8-A5F7-88B7B8332170}">
      <dsp:nvSpPr>
        <dsp:cNvPr id="0" name=""/>
        <dsp:cNvSpPr/>
      </dsp:nvSpPr>
      <dsp:spPr>
        <a:xfrm>
          <a:off x="7255650" y="2049270"/>
          <a:ext cx="253937" cy="19807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0716"/>
              </a:lnTo>
              <a:lnTo>
                <a:pt x="253937" y="1980716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CF5FE4-2F84-45A7-A82C-28A4BF893E75}">
      <dsp:nvSpPr>
        <dsp:cNvPr id="0" name=""/>
        <dsp:cNvSpPr/>
      </dsp:nvSpPr>
      <dsp:spPr>
        <a:xfrm>
          <a:off x="7255650" y="2049270"/>
          <a:ext cx="253937" cy="7787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8743"/>
              </a:lnTo>
              <a:lnTo>
                <a:pt x="253937" y="778743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CBF36E-5D61-4931-9A19-D021298A23EA}">
      <dsp:nvSpPr>
        <dsp:cNvPr id="0" name=""/>
        <dsp:cNvSpPr/>
      </dsp:nvSpPr>
      <dsp:spPr>
        <a:xfrm>
          <a:off x="5884385" y="847297"/>
          <a:ext cx="2048433" cy="3555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756"/>
              </a:lnTo>
              <a:lnTo>
                <a:pt x="2048433" y="177756"/>
              </a:lnTo>
              <a:lnTo>
                <a:pt x="2048433" y="355513"/>
              </a:lnTo>
            </a:path>
          </a:pathLst>
        </a:custGeom>
        <a:noFill/>
        <a:ln w="2222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DACDE0-2145-410E-80C8-5CCFDB1576DA}">
      <dsp:nvSpPr>
        <dsp:cNvPr id="0" name=""/>
        <dsp:cNvSpPr/>
      </dsp:nvSpPr>
      <dsp:spPr>
        <a:xfrm>
          <a:off x="5207217" y="2049270"/>
          <a:ext cx="253937" cy="31826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82689"/>
              </a:lnTo>
              <a:lnTo>
                <a:pt x="253937" y="3182689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D988E9-DBF4-43E6-A34C-1D474CA57FB4}">
      <dsp:nvSpPr>
        <dsp:cNvPr id="0" name=""/>
        <dsp:cNvSpPr/>
      </dsp:nvSpPr>
      <dsp:spPr>
        <a:xfrm>
          <a:off x="5207217" y="2049270"/>
          <a:ext cx="253937" cy="19807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0716"/>
              </a:lnTo>
              <a:lnTo>
                <a:pt x="253937" y="1980716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8B4E77-339D-46A6-9CD6-88DAEE290287}">
      <dsp:nvSpPr>
        <dsp:cNvPr id="0" name=""/>
        <dsp:cNvSpPr/>
      </dsp:nvSpPr>
      <dsp:spPr>
        <a:xfrm>
          <a:off x="5207217" y="2049270"/>
          <a:ext cx="253937" cy="7787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8743"/>
              </a:lnTo>
              <a:lnTo>
                <a:pt x="253937" y="778743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40629D-0044-4A45-9BCD-FFDBD1363D3D}">
      <dsp:nvSpPr>
        <dsp:cNvPr id="0" name=""/>
        <dsp:cNvSpPr/>
      </dsp:nvSpPr>
      <dsp:spPr>
        <a:xfrm>
          <a:off x="5838665" y="847297"/>
          <a:ext cx="91440" cy="35551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5513"/>
              </a:lnTo>
            </a:path>
          </a:pathLst>
        </a:custGeom>
        <a:noFill/>
        <a:ln w="2222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8D67D8-11E7-4E8C-ABC5-305F8AB3CC7C}">
      <dsp:nvSpPr>
        <dsp:cNvPr id="0" name=""/>
        <dsp:cNvSpPr/>
      </dsp:nvSpPr>
      <dsp:spPr>
        <a:xfrm>
          <a:off x="3158783" y="2049270"/>
          <a:ext cx="253937" cy="4384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84662"/>
              </a:lnTo>
              <a:lnTo>
                <a:pt x="253937" y="4384662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F1AFAC-F8B2-4A18-9726-A02542F5489A}">
      <dsp:nvSpPr>
        <dsp:cNvPr id="0" name=""/>
        <dsp:cNvSpPr/>
      </dsp:nvSpPr>
      <dsp:spPr>
        <a:xfrm>
          <a:off x="3158783" y="2049270"/>
          <a:ext cx="253937" cy="31826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82689"/>
              </a:lnTo>
              <a:lnTo>
                <a:pt x="253937" y="3182689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DACF9F-2CB9-4C7A-8B56-AB09DDDB50E7}">
      <dsp:nvSpPr>
        <dsp:cNvPr id="0" name=""/>
        <dsp:cNvSpPr/>
      </dsp:nvSpPr>
      <dsp:spPr>
        <a:xfrm>
          <a:off x="3158783" y="2049270"/>
          <a:ext cx="253937" cy="19807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0716"/>
              </a:lnTo>
              <a:lnTo>
                <a:pt x="253937" y="1980716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CEE676-F1F6-421C-8E9B-0264F66019BC}">
      <dsp:nvSpPr>
        <dsp:cNvPr id="0" name=""/>
        <dsp:cNvSpPr/>
      </dsp:nvSpPr>
      <dsp:spPr>
        <a:xfrm>
          <a:off x="3158783" y="2049270"/>
          <a:ext cx="253937" cy="7787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8743"/>
              </a:lnTo>
              <a:lnTo>
                <a:pt x="253937" y="778743"/>
              </a:lnTo>
            </a:path>
          </a:pathLst>
        </a:custGeom>
        <a:noFill/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98929D-B18C-40C5-817C-FC192F669F9B}">
      <dsp:nvSpPr>
        <dsp:cNvPr id="0" name=""/>
        <dsp:cNvSpPr/>
      </dsp:nvSpPr>
      <dsp:spPr>
        <a:xfrm>
          <a:off x="3835951" y="847297"/>
          <a:ext cx="2048433" cy="355513"/>
        </a:xfrm>
        <a:custGeom>
          <a:avLst/>
          <a:gdLst/>
          <a:ahLst/>
          <a:cxnLst/>
          <a:rect l="0" t="0" r="0" b="0"/>
          <a:pathLst>
            <a:path>
              <a:moveTo>
                <a:pt x="2048433" y="0"/>
              </a:moveTo>
              <a:lnTo>
                <a:pt x="2048433" y="177756"/>
              </a:lnTo>
              <a:lnTo>
                <a:pt x="0" y="177756"/>
              </a:lnTo>
              <a:lnTo>
                <a:pt x="0" y="355513"/>
              </a:lnTo>
            </a:path>
          </a:pathLst>
        </a:custGeom>
        <a:noFill/>
        <a:ln w="2222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527763-4255-46DD-866E-8A8A69B386A3}">
      <dsp:nvSpPr>
        <dsp:cNvPr id="0" name=""/>
        <dsp:cNvSpPr/>
      </dsp:nvSpPr>
      <dsp:spPr>
        <a:xfrm>
          <a:off x="5037925" y="837"/>
          <a:ext cx="1692919" cy="84645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Plain &amp; Sweet</a:t>
          </a:r>
        </a:p>
      </dsp:txBody>
      <dsp:txXfrm>
        <a:off x="5037925" y="837"/>
        <a:ext cx="1692919" cy="846459"/>
      </dsp:txXfrm>
    </dsp:sp>
    <dsp:sp modelId="{A1B6507C-2A54-4CE8-B96F-71F7408F1B76}">
      <dsp:nvSpPr>
        <dsp:cNvPr id="0" name=""/>
        <dsp:cNvSpPr/>
      </dsp:nvSpPr>
      <dsp:spPr>
        <a:xfrm>
          <a:off x="2989491" y="1202810"/>
          <a:ext cx="1692919" cy="84645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Candi</a:t>
          </a:r>
        </a:p>
      </dsp:txBody>
      <dsp:txXfrm>
        <a:off x="2989491" y="1202810"/>
        <a:ext cx="1692919" cy="846459"/>
      </dsp:txXfrm>
    </dsp:sp>
    <dsp:sp modelId="{651F88A9-DF2E-4E12-BA3F-9EA43DDB9590}">
      <dsp:nvSpPr>
        <dsp:cNvPr id="0" name=""/>
        <dsp:cNvSpPr/>
      </dsp:nvSpPr>
      <dsp:spPr>
        <a:xfrm>
          <a:off x="3412721" y="2404783"/>
          <a:ext cx="1692919" cy="84645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Snack Pack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Rs. 25</a:t>
          </a:r>
        </a:p>
      </dsp:txBody>
      <dsp:txXfrm>
        <a:off x="3412721" y="2404783"/>
        <a:ext cx="1692919" cy="846459"/>
      </dsp:txXfrm>
    </dsp:sp>
    <dsp:sp modelId="{3DC51C52-7531-4097-9658-4623C82757C7}">
      <dsp:nvSpPr>
        <dsp:cNvPr id="0" name=""/>
        <dsp:cNvSpPr/>
      </dsp:nvSpPr>
      <dsp:spPr>
        <a:xfrm>
          <a:off x="3412721" y="3606756"/>
          <a:ext cx="1692919" cy="84645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Family Pack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Rs. 50</a:t>
          </a:r>
        </a:p>
      </dsp:txBody>
      <dsp:txXfrm>
        <a:off x="3412721" y="3606756"/>
        <a:ext cx="1692919" cy="846459"/>
      </dsp:txXfrm>
    </dsp:sp>
    <dsp:sp modelId="{BC92E8C8-EB4D-4738-B253-1558FD8D6AA0}">
      <dsp:nvSpPr>
        <dsp:cNvPr id="0" name=""/>
        <dsp:cNvSpPr/>
      </dsp:nvSpPr>
      <dsp:spPr>
        <a:xfrm>
          <a:off x="3412721" y="4808729"/>
          <a:ext cx="1692919" cy="84645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Ticky</a:t>
          </a:r>
          <a:r>
            <a:rPr lang="en-US" sz="2500" kern="1200" dirty="0"/>
            <a:t> Pack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Rs. 5</a:t>
          </a:r>
        </a:p>
      </dsp:txBody>
      <dsp:txXfrm>
        <a:off x="3412721" y="4808729"/>
        <a:ext cx="1692919" cy="846459"/>
      </dsp:txXfrm>
    </dsp:sp>
    <dsp:sp modelId="{6466D224-C4A8-479B-ABC9-A8DA3FE54A7E}">
      <dsp:nvSpPr>
        <dsp:cNvPr id="0" name=""/>
        <dsp:cNvSpPr/>
      </dsp:nvSpPr>
      <dsp:spPr>
        <a:xfrm>
          <a:off x="3412721" y="6010702"/>
          <a:ext cx="1692919" cy="84645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Bar Pack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Rs. 10</a:t>
          </a:r>
        </a:p>
      </dsp:txBody>
      <dsp:txXfrm>
        <a:off x="3412721" y="6010702"/>
        <a:ext cx="1692919" cy="846459"/>
      </dsp:txXfrm>
    </dsp:sp>
    <dsp:sp modelId="{2BC28215-2B27-4240-BD92-51B574D679D4}">
      <dsp:nvSpPr>
        <dsp:cNvPr id="0" name=""/>
        <dsp:cNvSpPr/>
      </dsp:nvSpPr>
      <dsp:spPr>
        <a:xfrm>
          <a:off x="5037925" y="1202810"/>
          <a:ext cx="1692919" cy="84645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Gala</a:t>
          </a:r>
        </a:p>
      </dsp:txBody>
      <dsp:txXfrm>
        <a:off x="5037925" y="1202810"/>
        <a:ext cx="1692919" cy="846459"/>
      </dsp:txXfrm>
    </dsp:sp>
    <dsp:sp modelId="{686FFBD6-0869-4F88-931B-C22F487539CE}">
      <dsp:nvSpPr>
        <dsp:cNvPr id="0" name=""/>
        <dsp:cNvSpPr/>
      </dsp:nvSpPr>
      <dsp:spPr>
        <a:xfrm>
          <a:off x="5461155" y="2404783"/>
          <a:ext cx="1692919" cy="84645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Snack Pack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Rs.25</a:t>
          </a:r>
        </a:p>
      </dsp:txBody>
      <dsp:txXfrm>
        <a:off x="5461155" y="2404783"/>
        <a:ext cx="1692919" cy="846459"/>
      </dsp:txXfrm>
    </dsp:sp>
    <dsp:sp modelId="{D8714177-6CA0-4197-8DDB-15FDCCA9D9F7}">
      <dsp:nvSpPr>
        <dsp:cNvPr id="0" name=""/>
        <dsp:cNvSpPr/>
      </dsp:nvSpPr>
      <dsp:spPr>
        <a:xfrm>
          <a:off x="5461155" y="3606756"/>
          <a:ext cx="1692919" cy="84645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Family Pack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Rs. 50</a:t>
          </a:r>
        </a:p>
      </dsp:txBody>
      <dsp:txXfrm>
        <a:off x="5461155" y="3606756"/>
        <a:ext cx="1692919" cy="846459"/>
      </dsp:txXfrm>
    </dsp:sp>
    <dsp:sp modelId="{BF2B5DB4-BA6F-42EA-B0E9-16655CC2F62D}">
      <dsp:nvSpPr>
        <dsp:cNvPr id="0" name=""/>
        <dsp:cNvSpPr/>
      </dsp:nvSpPr>
      <dsp:spPr>
        <a:xfrm>
          <a:off x="5461155" y="4808729"/>
          <a:ext cx="1692919" cy="84645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Ticky</a:t>
          </a:r>
          <a:r>
            <a:rPr lang="en-US" sz="2500" kern="1200" dirty="0"/>
            <a:t> Pack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Rs. 5</a:t>
          </a:r>
        </a:p>
      </dsp:txBody>
      <dsp:txXfrm>
        <a:off x="5461155" y="4808729"/>
        <a:ext cx="1692919" cy="846459"/>
      </dsp:txXfrm>
    </dsp:sp>
    <dsp:sp modelId="{EA3740EF-F97D-4C53-B58E-173F134DDBAA}">
      <dsp:nvSpPr>
        <dsp:cNvPr id="0" name=""/>
        <dsp:cNvSpPr/>
      </dsp:nvSpPr>
      <dsp:spPr>
        <a:xfrm>
          <a:off x="7086358" y="1202810"/>
          <a:ext cx="1692919" cy="84645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Tiger</a:t>
          </a:r>
        </a:p>
      </dsp:txBody>
      <dsp:txXfrm>
        <a:off x="7086358" y="1202810"/>
        <a:ext cx="1692919" cy="846459"/>
      </dsp:txXfrm>
    </dsp:sp>
    <dsp:sp modelId="{2B47C5BA-8828-4960-887D-AB7550D378B1}">
      <dsp:nvSpPr>
        <dsp:cNvPr id="0" name=""/>
        <dsp:cNvSpPr/>
      </dsp:nvSpPr>
      <dsp:spPr>
        <a:xfrm>
          <a:off x="7509588" y="2404783"/>
          <a:ext cx="1692919" cy="84645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Bar Pack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Rs. 10</a:t>
          </a:r>
        </a:p>
      </dsp:txBody>
      <dsp:txXfrm>
        <a:off x="7509588" y="2404783"/>
        <a:ext cx="1692919" cy="846459"/>
      </dsp:txXfrm>
    </dsp:sp>
    <dsp:sp modelId="{084C1807-1FEB-4421-8D80-AD804E9480C8}">
      <dsp:nvSpPr>
        <dsp:cNvPr id="0" name=""/>
        <dsp:cNvSpPr/>
      </dsp:nvSpPr>
      <dsp:spPr>
        <a:xfrm>
          <a:off x="7509588" y="3606756"/>
          <a:ext cx="1692919" cy="84645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Ticky</a:t>
          </a:r>
          <a:r>
            <a:rPr lang="en-US" sz="2500" kern="1200" dirty="0"/>
            <a:t> Pack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Rs. 5</a:t>
          </a:r>
        </a:p>
      </dsp:txBody>
      <dsp:txXfrm>
        <a:off x="7509588" y="3606756"/>
        <a:ext cx="1692919" cy="8464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FE26-4BD2-4E87-A4FC-C782806E2F01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65E463-C75C-4414-A9AF-68E80951F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679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 A prefers NAN KHATAI from the bakery range</a:t>
            </a:r>
          </a:p>
          <a:p>
            <a:r>
              <a:rPr lang="en-US" dirty="0"/>
              <a:t>New Ad </a:t>
            </a:r>
          </a:p>
          <a:p>
            <a:r>
              <a:rPr lang="en-US" dirty="0"/>
              <a:t>https://www.youtube.com/watch?v=67cgfijQ-n8</a:t>
            </a:r>
          </a:p>
          <a:p>
            <a:endParaRPr lang="en-US" dirty="0"/>
          </a:p>
          <a:p>
            <a:r>
              <a:rPr lang="en-US" dirty="0"/>
              <a:t>Old Ad</a:t>
            </a:r>
          </a:p>
          <a:p>
            <a:r>
              <a:rPr lang="en-US" dirty="0"/>
              <a:t>https://www.youtube.com/watch?v=QoSxprCB4dA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14F99D-FE09-4513-BEB1-7188F1EE7BD0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4731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D969FB-EDF3-4A60-8608-8DF0D008BEAD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F044CF7-96E4-4726-B918-448D03BA4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932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969FB-EDF3-4A60-8608-8DF0D008BEAD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0F044CF7-96E4-4726-B918-448D03BA4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9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D969FB-EDF3-4A60-8608-8DF0D008BEAD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F044CF7-96E4-4726-B918-448D03BA4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283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969FB-EDF3-4A60-8608-8DF0D008BEAD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44CF7-96E4-4726-B918-448D03BA4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53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969FB-EDF3-4A60-8608-8DF0D008BEAD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44CF7-96E4-4726-B918-448D03BA4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8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969FB-EDF3-4A60-8608-8DF0D008BEAD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44CF7-96E4-4726-B918-448D03BA4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35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969FB-EDF3-4A60-8608-8DF0D008BEAD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44CF7-96E4-4726-B918-448D03BA4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47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D969FB-EDF3-4A60-8608-8DF0D008BEAD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F044CF7-96E4-4726-B918-448D03BA4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329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969FB-EDF3-4A60-8608-8DF0D008BEAD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44CF7-96E4-4726-B918-448D03BA4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76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969FB-EDF3-4A60-8608-8DF0D008BEAD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44CF7-96E4-4726-B918-448D03BA4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690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D969FB-EDF3-4A60-8608-8DF0D008BEAD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F044CF7-96E4-4726-B918-448D03BA4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57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D969FB-EDF3-4A60-8608-8DF0D008BEAD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F044CF7-96E4-4726-B918-448D03BA4C5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1549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jpg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 /><Relationship Id="rId2" Type="http://schemas.openxmlformats.org/officeDocument/2006/relationships/diagramData" Target="../diagrams/data2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2.xml" /><Relationship Id="rId5" Type="http://schemas.openxmlformats.org/officeDocument/2006/relationships/diagramColors" Target="../diagrams/colors2.xml" /><Relationship Id="rId4" Type="http://schemas.openxmlformats.org/officeDocument/2006/relationships/diagramQuickStyle" Target="../diagrams/quickStyle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fif" /><Relationship Id="rId3" Type="http://schemas.openxmlformats.org/officeDocument/2006/relationships/image" Target="../media/image3.jpg" /><Relationship Id="rId7" Type="http://schemas.openxmlformats.org/officeDocument/2006/relationships/image" Target="../media/image21.jfif" /><Relationship Id="rId2" Type="http://schemas.openxmlformats.org/officeDocument/2006/relationships/image" Target="../media/image17.jp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0.jfif" /><Relationship Id="rId5" Type="http://schemas.openxmlformats.org/officeDocument/2006/relationships/image" Target="../media/image19.jpg" /><Relationship Id="rId10" Type="http://schemas.openxmlformats.org/officeDocument/2006/relationships/image" Target="../media/image24.jpg" /><Relationship Id="rId4" Type="http://schemas.openxmlformats.org/officeDocument/2006/relationships/image" Target="../media/image18.jpg" /><Relationship Id="rId9" Type="http://schemas.openxmlformats.org/officeDocument/2006/relationships/image" Target="../media/image23.jpg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939AB6-0F94-464D-A07D-55F014A6EC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881" y="2181225"/>
            <a:ext cx="3678238" cy="36782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19D052-5142-4004-AFAE-58A85D5C6496}"/>
              </a:ext>
            </a:extLst>
          </p:cNvPr>
          <p:cNvSpPr txBox="1"/>
          <p:nvPr/>
        </p:nvSpPr>
        <p:spPr>
          <a:xfrm>
            <a:off x="174241" y="4866004"/>
            <a:ext cx="64204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Presented by:-</a:t>
            </a:r>
          </a:p>
          <a:p>
            <a:r>
              <a:rPr lang="en-US" sz="2000" dirty="0"/>
              <a:t>Abdul Rehman Shoukat</a:t>
            </a:r>
          </a:p>
          <a:p>
            <a:r>
              <a:rPr lang="en-US" sz="2000" dirty="0"/>
              <a:t>Muhammad Usman </a:t>
            </a:r>
          </a:p>
          <a:p>
            <a:r>
              <a:rPr lang="en-US" sz="2000" dirty="0"/>
              <a:t>Mirza </a:t>
            </a:r>
            <a:r>
              <a:rPr lang="en-US" sz="2000" dirty="0" err="1"/>
              <a:t>Kahsif</a:t>
            </a:r>
            <a:endParaRPr lang="en-US" sz="2000" dirty="0"/>
          </a:p>
          <a:p>
            <a:r>
              <a:rPr lang="en-US" sz="2000" dirty="0" err="1"/>
              <a:t>Jehanzeb</a:t>
            </a:r>
            <a:r>
              <a:rPr lang="en-US" sz="2000" dirty="0"/>
              <a:t> Shehzad</a:t>
            </a:r>
          </a:p>
          <a:p>
            <a:r>
              <a:rPr lang="en-US" sz="2000" dirty="0"/>
              <a:t>Zain Khan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C74AF4-214B-416C-8F23-9FB2DC0C3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72337" cy="19534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8A4F3F-1D17-404F-B43F-6D067205A6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277" y="1971266"/>
            <a:ext cx="4925962" cy="49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862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93104-2299-42EF-A396-55BC5CCE8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Management Orientation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12AB5-1B7D-4EC7-BB9A-B9FA7C57B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947412"/>
            <a:ext cx="11029615" cy="3678303"/>
          </a:xfrm>
        </p:spPr>
        <p:txBody>
          <a:bodyPr>
            <a:normAutofit lnSpcReduction="10000"/>
          </a:bodyPr>
          <a:lstStyle/>
          <a:p>
            <a:r>
              <a:rPr lang="en-US" sz="2200" dirty="0"/>
              <a:t>Production Concept:</a:t>
            </a:r>
          </a:p>
          <a:p>
            <a:pPr marL="0" indent="0">
              <a:buNone/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Gala biscuit is a product that can be classified as a convenience product as it is readily available and also priced low.</a:t>
            </a:r>
          </a:p>
          <a:p>
            <a:pPr marL="0" indent="0">
              <a:buNone/>
            </a:pPr>
            <a:endParaRPr lang="en-CA" sz="1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2200" dirty="0"/>
              <a:t>Product Concept:</a:t>
            </a:r>
          </a:p>
          <a:p>
            <a:pPr marL="0" indent="0">
              <a:buNone/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major quality and features, as the company states, lies within its </a:t>
            </a: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wonderful aroma and distinct artistic design. No product improvement in recent years.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Calibri" panose="020F0502020204030204" pitchFamily="34" charset="0"/>
                <a:cs typeface="Arial" panose="020B0604020202020204" pitchFamily="34" charset="0"/>
              </a:rPr>
              <a:t>Selling concept:</a:t>
            </a:r>
          </a:p>
          <a:p>
            <a:pPr marL="0" indent="0">
              <a:buNone/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 has a widespread distribution and is mass promoted by LU through TVC’s and other promotional efforts.</a:t>
            </a:r>
            <a:endParaRPr lang="en-US" sz="18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endParaRPr lang="en-CA" sz="18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22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2AB10-88CF-4308-8259-1FD82A7CA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Management Orientation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890C5-F9CE-4AFE-BA7E-AD0C1FAE3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200" dirty="0"/>
              <a:t>Marketing Concept:</a:t>
            </a:r>
          </a:p>
          <a:p>
            <a:pPr marL="0" indent="0">
              <a:buNone/>
            </a:pPr>
            <a:r>
              <a:rPr lang="en-CA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Gala aims to satisfy customers who desire a biscuit to serve guests. It is targeted towards buyers generally in the SEC B and C who can't buy traditional bakery biscuits and for individuals who want egg flavoured biscuits.</a:t>
            </a:r>
          </a:p>
          <a:p>
            <a:pPr marL="0" indent="0">
              <a:buNone/>
            </a:pPr>
            <a:endParaRPr lang="en-CA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CA" sz="2200" dirty="0">
                <a:solidFill>
                  <a:srgbClr val="000000"/>
                </a:solidFill>
                <a:latin typeface="Calibri" panose="020F0502020204030204" pitchFamily="34" charset="0"/>
              </a:rPr>
              <a:t>Social Marketing Concept:</a:t>
            </a:r>
          </a:p>
          <a:p>
            <a:pPr marL="0" indent="0">
              <a:buNone/>
            </a:pPr>
            <a:r>
              <a:rPr lang="en-CA" sz="1800" dirty="0">
                <a:solidFill>
                  <a:srgbClr val="000000"/>
                </a:solidFill>
                <a:latin typeface="Calibri" panose="020F0502020204030204" pitchFamily="34" charset="0"/>
              </a:rPr>
              <a:t>The company aims to greater brand building while simultaneously focusing on the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needs of the society and the environment</a:t>
            </a:r>
            <a:r>
              <a:rPr lang="en-CA" sz="1800" dirty="0">
                <a:solidFill>
                  <a:srgbClr val="000000"/>
                </a:solidFill>
                <a:latin typeface="Calibri" panose="020F0502020204030204" pitchFamily="34" charset="0"/>
              </a:rPr>
              <a:t> by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developing infrastructure, education, healthcare, water and sanitation and social welfare programmes.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Continuously upgrading processes, systems, products and services by creating value for local </a:t>
            </a:r>
            <a:r>
              <a:rPr lang="en-US" sz="1800">
                <a:solidFill>
                  <a:srgbClr val="000000"/>
                </a:solidFill>
                <a:latin typeface="Calibri" panose="020F0502020204030204" pitchFamily="34" charset="0"/>
              </a:rPr>
              <a:t>communities.</a:t>
            </a: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alibri" panose="020F0502020204030204" pitchFamily="34" charset="0"/>
              </a:rPr>
              <a:t>Helping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culture and society flourish, by supporting charities, providing scholarships and by donating for humanitarian reasons.</a:t>
            </a:r>
          </a:p>
        </p:txBody>
      </p:sp>
    </p:spTree>
    <p:extLst>
      <p:ext uri="{BB962C8B-B14F-4D97-AF65-F5344CB8AC3E}">
        <p14:creationId xmlns:p14="http://schemas.microsoft.com/office/powerpoint/2010/main" val="3614106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0" y="28576"/>
          <a:ext cx="12192000" cy="6829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489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1312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5BFF9-8C9A-4763-AC07-ABB8E805E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Brand Naming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8D899-DE58-48E3-A482-B0F9210E0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Two brand naming strategy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House of Brands strategy applies the core strengths of the parent company to a wide variety by using one or more than one standalone brands</a:t>
            </a:r>
          </a:p>
          <a:p>
            <a:pPr>
              <a:lnSpc>
                <a:spcPct val="150000"/>
              </a:lnSpc>
            </a:pPr>
            <a:r>
              <a:rPr lang="en-US" dirty="0"/>
              <a:t>Example  P&amp;G Sub Brands(Gillette, Head &amp; Shoulders and Tide)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Branded House strategy: all sub brands are linked with the main brand </a:t>
            </a:r>
          </a:p>
          <a:p>
            <a:pPr>
              <a:lnSpc>
                <a:spcPct val="150000"/>
              </a:lnSpc>
            </a:pPr>
            <a:r>
              <a:rPr lang="en-US" dirty="0"/>
              <a:t>Example Google (Google Drive, Gmail and Google Docs)</a:t>
            </a:r>
          </a:p>
        </p:txBody>
      </p:sp>
    </p:spTree>
    <p:extLst>
      <p:ext uri="{BB962C8B-B14F-4D97-AF65-F5344CB8AC3E}">
        <p14:creationId xmlns:p14="http://schemas.microsoft.com/office/powerpoint/2010/main" val="59155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F871C-4AB3-4EC2-81A3-9D103E24A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Brand Naming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573DC-3E75-422B-97BD-7BF791D1B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dirty="0"/>
              <a:t>Continental Biscuit uses </a:t>
            </a:r>
            <a:r>
              <a:rPr lang="en-US" b="1" dirty="0"/>
              <a:t>House of Brands </a:t>
            </a:r>
            <a:r>
              <a:rPr lang="en-US" dirty="0"/>
              <a:t>for its 9 Brands which are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TUC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OREO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PRINCE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GALA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TIGER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ZEERA PLUS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CANDI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MILCOLU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WHEATABLE</a:t>
            </a:r>
          </a:p>
        </p:txBody>
      </p:sp>
    </p:spTree>
    <p:extLst>
      <p:ext uri="{BB962C8B-B14F-4D97-AF65-F5344CB8AC3E}">
        <p14:creationId xmlns:p14="http://schemas.microsoft.com/office/powerpoint/2010/main" val="2894363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11678-487C-4AD8-8F0A-B62947FE3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652"/>
            <a:ext cx="10515600" cy="1325563"/>
          </a:xfrm>
        </p:spPr>
        <p:txBody>
          <a:bodyPr/>
          <a:lstStyle/>
          <a:p>
            <a:r>
              <a:rPr lang="en-US" b="1" dirty="0"/>
              <a:t>House of Brands </a:t>
            </a:r>
          </a:p>
        </p:txBody>
      </p:sp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8BE41DDF-C775-440D-85C2-CF8BBE1CFF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18" y="956249"/>
            <a:ext cx="2753185" cy="2753185"/>
          </a:xfr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99D95CE-1FBD-4FC2-AA5F-5D420723C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148" y="978056"/>
            <a:ext cx="2718259" cy="271825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7A77126-69C6-4D94-ABD5-2DD116BC26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429" y="1205204"/>
            <a:ext cx="2223796" cy="22237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03DE525-587B-4695-9867-2997EF1A87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719" y="956249"/>
            <a:ext cx="2265216" cy="2718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F81665D-C39F-4C72-A437-9F27C75DDC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018" y="2961452"/>
            <a:ext cx="2265216" cy="226521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3CC6738-05DC-4DB5-B5B8-9A1B1ED942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4256" y="2881817"/>
            <a:ext cx="2424485" cy="242448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3D687C5-5E89-446F-B952-34196C17AE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77466">
            <a:off x="5701084" y="3086989"/>
            <a:ext cx="2424485" cy="242448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EE206EB-5968-454F-B04E-CA627C7A11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93" y="3429000"/>
            <a:ext cx="2660867" cy="146054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C4F1DD7-958C-45D0-9973-F5C836889A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81" y="4794214"/>
            <a:ext cx="3501763" cy="200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84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D58B0-7763-4925-816A-74820E29B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Brand Naming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FF3BA-1649-4295-92AA-54EEB64C3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06638"/>
            <a:ext cx="11029615" cy="3678303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dirty="0"/>
              <a:t>Continental Biscuit uses </a:t>
            </a:r>
            <a:r>
              <a:rPr lang="en-US" b="1" dirty="0"/>
              <a:t>Branded House </a:t>
            </a:r>
            <a:r>
              <a:rPr lang="en-US" dirty="0"/>
              <a:t>for 1 Brand which is </a:t>
            </a:r>
          </a:p>
          <a:p>
            <a:pPr>
              <a:lnSpc>
                <a:spcPct val="170000"/>
              </a:lnSpc>
            </a:pPr>
            <a:r>
              <a:rPr lang="en-US" b="1" dirty="0" err="1"/>
              <a:t>Bakeri</a:t>
            </a:r>
            <a:r>
              <a:rPr lang="en-US" b="1" dirty="0"/>
              <a:t> Range 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/>
              <a:t>Nan </a:t>
            </a:r>
            <a:r>
              <a:rPr lang="en-US" dirty="0" err="1"/>
              <a:t>Khatai</a:t>
            </a:r>
            <a:endParaRPr lang="en-US" dirty="0"/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/>
              <a:t>Coconut Cookies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/>
              <a:t>Butter Cookies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 err="1"/>
              <a:t>Bistiks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592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316F0-1AE9-4EB7-91E7-9B782035B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Branded House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3FC26B-CBE6-4FC8-B73E-3917E2A8D3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19" y="1862248"/>
            <a:ext cx="10770336" cy="4995752"/>
          </a:xfrm>
        </p:spPr>
      </p:pic>
    </p:spTree>
    <p:extLst>
      <p:ext uri="{BB962C8B-B14F-4D97-AF65-F5344CB8AC3E}">
        <p14:creationId xmlns:p14="http://schemas.microsoft.com/office/powerpoint/2010/main" val="73314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4B2C-B89E-4D1A-A613-E1C851B9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Brand Naming Strategy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D1B14-7252-4F1A-A83D-3359137A9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We choose </a:t>
            </a:r>
            <a:r>
              <a:rPr lang="en-US" b="1" dirty="0"/>
              <a:t>GALA </a:t>
            </a:r>
            <a:r>
              <a:rPr lang="en-US" dirty="0"/>
              <a:t>from the Plain &amp; Sweet category</a:t>
            </a:r>
          </a:p>
          <a:p>
            <a:pPr>
              <a:lnSpc>
                <a:spcPct val="150000"/>
              </a:lnSpc>
            </a:pPr>
            <a:r>
              <a:rPr lang="en-US" dirty="0"/>
              <a:t>GALA has a </a:t>
            </a:r>
            <a:r>
              <a:rPr lang="en-US" b="1" dirty="0"/>
              <a:t>House of Brands Strategy </a:t>
            </a:r>
            <a:r>
              <a:rPr lang="en-US" dirty="0"/>
              <a:t>used </a:t>
            </a:r>
          </a:p>
          <a:p>
            <a:pPr>
              <a:lnSpc>
                <a:spcPct val="150000"/>
              </a:lnSpc>
            </a:pPr>
            <a:r>
              <a:rPr lang="en-US" dirty="0"/>
              <a:t>Distinct from other brands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Stands-alone as a (Natural Goodness of milk and egg)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For festivity and celebrations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100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Percent registered and manufactured in Pakistan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235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90DA9-67A6-4E95-9DD1-EF418D29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Market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8C75F-29FB-42DA-A5B7-C0069C527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Demographically Gala is Targeted towards Grown-ups, particularly those who enjoy drinking Tea.</a:t>
            </a:r>
          </a:p>
          <a:p>
            <a:pPr lvl="1"/>
            <a:r>
              <a:rPr lang="en-US" dirty="0"/>
              <a:t>It is usually a side snack along with tea.</a:t>
            </a:r>
          </a:p>
          <a:p>
            <a:pPr lvl="1"/>
            <a:endParaRPr lang="en-US" dirty="0"/>
          </a:p>
          <a:p>
            <a:r>
              <a:rPr lang="en-US" dirty="0"/>
              <a:t>It is targeted towards whole of Pakistan as all provinces culture is represented in the advertisement.</a:t>
            </a:r>
          </a:p>
          <a:p>
            <a:pPr lvl="1"/>
            <a:r>
              <a:rPr lang="en-US" dirty="0"/>
              <a:t>Also the main phrase “MERAY DES KA BISCUIT GALA”</a:t>
            </a:r>
          </a:p>
          <a:p>
            <a:endParaRPr lang="en-US" dirty="0"/>
          </a:p>
          <a:p>
            <a:r>
              <a:rPr lang="en-US" dirty="0"/>
              <a:t>Socio-Economic Classification (SEC) targeted is SEC B and C.</a:t>
            </a:r>
          </a:p>
          <a:p>
            <a:pPr lvl="1"/>
            <a:r>
              <a:rPr lang="en-US" dirty="0"/>
              <a:t>Particularly individuals who receive middle or lower pay</a:t>
            </a:r>
          </a:p>
          <a:p>
            <a:pPr lvl="1"/>
            <a:r>
              <a:rPr lang="en-US" dirty="0"/>
              <a:t>It is also preferred by students of Colleges and Universities .</a:t>
            </a:r>
          </a:p>
        </p:txBody>
      </p:sp>
    </p:spTree>
    <p:extLst>
      <p:ext uri="{BB962C8B-B14F-4D97-AF65-F5344CB8AC3E}">
        <p14:creationId xmlns:p14="http://schemas.microsoft.com/office/powerpoint/2010/main" val="3948989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BAC17-A54D-44AF-8C84-AAB3C9AC2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EA751-A5FA-499C-99EA-97992363C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Contains the nutrition of Milk and Eggs </a:t>
            </a:r>
          </a:p>
          <a:p>
            <a:pPr lvl="1"/>
            <a:r>
              <a:rPr lang="en-US" dirty="0"/>
              <a:t>It gives a distinct aroma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Is tough and doesn’t break when dipped in tea.</a:t>
            </a:r>
          </a:p>
          <a:p>
            <a:endParaRPr lang="en-US" dirty="0"/>
          </a:p>
          <a:p>
            <a:r>
              <a:rPr lang="en-US" dirty="0"/>
              <a:t>Has an distinct symmetric design which is glazed.</a:t>
            </a:r>
          </a:p>
        </p:txBody>
      </p:sp>
    </p:spTree>
    <p:extLst>
      <p:ext uri="{BB962C8B-B14F-4D97-AF65-F5344CB8AC3E}">
        <p14:creationId xmlns:p14="http://schemas.microsoft.com/office/powerpoint/2010/main" val="3848813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53B7-1485-40A9-BFAD-B889C67B2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9087"/>
            <a:ext cx="10515600" cy="1325563"/>
          </a:xfrm>
        </p:spPr>
        <p:txBody>
          <a:bodyPr/>
          <a:lstStyle/>
          <a:p>
            <a:r>
              <a:rPr lang="en-US" dirty="0"/>
              <a:t>Emotional Aspect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EE08E-CAE5-4091-8DE1-D3BF5F94B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older Advertisement appeals to emotion of family being together on a trip and enjoying.</a:t>
            </a:r>
          </a:p>
          <a:p>
            <a:endParaRPr lang="en-US" dirty="0"/>
          </a:p>
          <a:p>
            <a:r>
              <a:rPr lang="en-US" dirty="0"/>
              <a:t>The phrase “</a:t>
            </a:r>
            <a:r>
              <a:rPr lang="en-US" dirty="0" err="1"/>
              <a:t>Zindagi</a:t>
            </a:r>
            <a:r>
              <a:rPr lang="en-US" dirty="0"/>
              <a:t> ka </a:t>
            </a:r>
            <a:r>
              <a:rPr lang="en-US" dirty="0" err="1"/>
              <a:t>Lutf</a:t>
            </a:r>
            <a:r>
              <a:rPr lang="en-US" dirty="0"/>
              <a:t> </a:t>
            </a:r>
            <a:r>
              <a:rPr lang="en-US" dirty="0" err="1"/>
              <a:t>Dobala</a:t>
            </a:r>
            <a:r>
              <a:rPr lang="en-US" dirty="0"/>
              <a:t>” urges that the biscuit adds taste to life.</a:t>
            </a:r>
          </a:p>
          <a:p>
            <a:endParaRPr lang="en-US" dirty="0"/>
          </a:p>
          <a:p>
            <a:r>
              <a:rPr lang="en-US" dirty="0"/>
              <a:t>It is being enjoyed in leisure time and specifically the SKU (Stock Keeping Unit) is a large box which can be shared with family.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39325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TVC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Aired in 2003</a:t>
            </a:r>
          </a:p>
          <a:p>
            <a:pPr>
              <a:lnSpc>
                <a:spcPct val="150000"/>
              </a:lnSpc>
            </a:pPr>
            <a:r>
              <a:rPr lang="en-US" dirty="0"/>
              <a:t>Stressed the idea of spending quality time with family </a:t>
            </a:r>
          </a:p>
          <a:p>
            <a:pPr>
              <a:lnSpc>
                <a:spcPct val="150000"/>
              </a:lnSpc>
            </a:pPr>
            <a:r>
              <a:rPr lang="en-US" dirty="0"/>
              <a:t>Implied the biscuits were full of nutrition and were to be enjoyed with the entire family </a:t>
            </a:r>
          </a:p>
          <a:p>
            <a:pPr>
              <a:lnSpc>
                <a:spcPct val="150000"/>
              </a:lnSpc>
            </a:pPr>
            <a:r>
              <a:rPr lang="en-US" dirty="0"/>
              <a:t>SKUS were mainly family packs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650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TVC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The target market continues to be middle aged men and women</a:t>
            </a:r>
          </a:p>
          <a:p>
            <a:pPr>
              <a:lnSpc>
                <a:spcPct val="150000"/>
              </a:lnSpc>
            </a:pPr>
            <a:r>
              <a:rPr lang="en-US" dirty="0"/>
              <a:t>They added culture to the advert, as we can see Pakistani women dancing in traditional clothes </a:t>
            </a:r>
          </a:p>
          <a:p>
            <a:pPr>
              <a:lnSpc>
                <a:spcPct val="150000"/>
              </a:lnSpc>
            </a:pPr>
            <a:r>
              <a:rPr lang="en-US" dirty="0"/>
              <a:t>We also see a man with a Sindhi cap in the advert</a:t>
            </a:r>
          </a:p>
          <a:p>
            <a:pPr>
              <a:lnSpc>
                <a:spcPct val="150000"/>
              </a:lnSpc>
            </a:pPr>
            <a:r>
              <a:rPr lang="en-US" dirty="0"/>
              <a:t>The brand previously promised the nutrition of eggs and milk, but now they have added wheat as well</a:t>
            </a:r>
          </a:p>
          <a:p>
            <a:pPr>
              <a:lnSpc>
                <a:spcPct val="150000"/>
              </a:lnSpc>
            </a:pPr>
            <a:r>
              <a:rPr lang="en-US" dirty="0"/>
              <a:t>Their tagline has changed to “Mere des </a:t>
            </a:r>
            <a:r>
              <a:rPr lang="en-US" dirty="0" err="1"/>
              <a:t>ka</a:t>
            </a:r>
            <a:r>
              <a:rPr lang="en-US" dirty="0"/>
              <a:t> biscuit Gala” so they are really going for the “National biscuit” approach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742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Competitor: Similarities and differences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Sooper</a:t>
            </a:r>
            <a:r>
              <a:rPr lang="en-US" dirty="0"/>
              <a:t> biscuit is Gala’s primary competitor</a:t>
            </a:r>
          </a:p>
          <a:p>
            <a:pPr>
              <a:lnSpc>
                <a:spcPct val="150000"/>
              </a:lnSpc>
            </a:pPr>
            <a:r>
              <a:rPr lang="en-US" dirty="0"/>
              <a:t>Both brands make milk and egg biscuits, so the ingredients are more or less the same</a:t>
            </a:r>
          </a:p>
          <a:p>
            <a:pPr>
              <a:lnSpc>
                <a:spcPct val="150000"/>
              </a:lnSpc>
            </a:pPr>
            <a:r>
              <a:rPr lang="en-US" dirty="0"/>
              <a:t>Gala promises to provide nutrition and promises to be the traditional biscuit of Pakistan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Sooper</a:t>
            </a:r>
            <a:r>
              <a:rPr lang="en-US" dirty="0"/>
              <a:t> heavily uses culture in its ads, and promises to be the leading brand in biscuits</a:t>
            </a:r>
          </a:p>
          <a:p>
            <a:pPr>
              <a:lnSpc>
                <a:spcPct val="150000"/>
              </a:lnSpc>
            </a:pPr>
            <a:r>
              <a:rPr lang="en-US" dirty="0"/>
              <a:t>“Sab se </a:t>
            </a:r>
            <a:r>
              <a:rPr lang="en-US" dirty="0" err="1"/>
              <a:t>Aagey</a:t>
            </a:r>
            <a:r>
              <a:rPr lang="en-US" dirty="0"/>
              <a:t>, sab se </a:t>
            </a:r>
            <a:r>
              <a:rPr lang="en-US" dirty="0" err="1"/>
              <a:t>oopar</a:t>
            </a:r>
            <a:r>
              <a:rPr lang="en-US" dirty="0"/>
              <a:t>” reflects </a:t>
            </a:r>
            <a:r>
              <a:rPr lang="en-US" dirty="0" err="1"/>
              <a:t>Sooper’s</a:t>
            </a:r>
            <a:r>
              <a:rPr lang="en-US" dirty="0"/>
              <a:t> aim </a:t>
            </a:r>
          </a:p>
          <a:p>
            <a:pPr>
              <a:lnSpc>
                <a:spcPct val="150000"/>
              </a:lnSpc>
            </a:pPr>
            <a:r>
              <a:rPr lang="en-US" dirty="0"/>
              <a:t>“</a:t>
            </a:r>
            <a:r>
              <a:rPr lang="en-US" dirty="0" err="1"/>
              <a:t>Poore</a:t>
            </a:r>
            <a:r>
              <a:rPr lang="en-US" dirty="0"/>
              <a:t> des </a:t>
            </a:r>
            <a:r>
              <a:rPr lang="en-US" dirty="0" err="1"/>
              <a:t>ka</a:t>
            </a:r>
            <a:r>
              <a:rPr lang="en-US" dirty="0"/>
              <a:t> biscuit gala” reflects Gala’s</a:t>
            </a:r>
          </a:p>
        </p:txBody>
      </p:sp>
    </p:spTree>
    <p:extLst>
      <p:ext uri="{BB962C8B-B14F-4D97-AF65-F5344CB8AC3E}">
        <p14:creationId xmlns:p14="http://schemas.microsoft.com/office/powerpoint/2010/main" val="3510874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CE374-583F-4F8A-A3AD-F85DCC770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96096"/>
          </a:xfrm>
        </p:spPr>
        <p:txBody>
          <a:bodyPr>
            <a:normAutofit/>
          </a:bodyPr>
          <a:lstStyle/>
          <a:p>
            <a:pPr algn="ctr"/>
            <a:r>
              <a:rPr lang="en-US" sz="13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7985620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17</TotalTime>
  <Words>840</Words>
  <Application>Microsoft Office PowerPoint</Application>
  <PresentationFormat>Widescreen</PresentationFormat>
  <Paragraphs>132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Dividend</vt:lpstr>
      <vt:lpstr>PowerPoint Presentation</vt:lpstr>
      <vt:lpstr>Marketing Management Orientation</vt:lpstr>
      <vt:lpstr>Marketing Management Orientation (Cont.)</vt:lpstr>
      <vt:lpstr>PowerPoint Presentation</vt:lpstr>
      <vt:lpstr>PowerPoint Presentation</vt:lpstr>
      <vt:lpstr>Brand Naming Strategy</vt:lpstr>
      <vt:lpstr>Brand Naming Strategy</vt:lpstr>
      <vt:lpstr>House of Brands </vt:lpstr>
      <vt:lpstr>Brand Naming Strategy</vt:lpstr>
      <vt:lpstr>Branded House </vt:lpstr>
      <vt:lpstr>Brand Naming Strategy </vt:lpstr>
      <vt:lpstr>Target Market</vt:lpstr>
      <vt:lpstr>Quality</vt:lpstr>
      <vt:lpstr>Emotional Aspect</vt:lpstr>
      <vt:lpstr>Original TVC</vt:lpstr>
      <vt:lpstr>New TVC</vt:lpstr>
      <vt:lpstr>Competitor: Similarities and differences 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 Rehman</dc:creator>
  <cp:lastModifiedBy>Sheikh Usman</cp:lastModifiedBy>
  <cp:revision>3</cp:revision>
  <dcterms:created xsi:type="dcterms:W3CDTF">2022-02-20T11:00:25Z</dcterms:created>
  <dcterms:modified xsi:type="dcterms:W3CDTF">2022-02-21T06:25:02Z</dcterms:modified>
</cp:coreProperties>
</file>