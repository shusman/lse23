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0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71275" autoAdjust="0"/>
  </p:normalViewPr>
  <p:slideViewPr>
    <p:cSldViewPr snapToGrid="0">
      <p:cViewPr varScale="1">
        <p:scale>
          <a:sx n="53" d="100"/>
          <a:sy n="53" d="100"/>
        </p:scale>
        <p:origin x="11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0A45-C9A7-4601-9AA0-435B8F574842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540858-F090-42FA-8BBB-4ECD07216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17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1)This research will facilitate and help future researchers and Educational Institution in improvising and implementing the programs</a:t>
            </a:r>
            <a:r>
              <a:rPr lang="en-US" baseline="0" dirty="0" smtClean="0"/>
              <a:t> more efficiently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2)Participants in the experiment were randomly assigned one of the two experimental conditions to avoid biasness.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3)Damon could have done this through observation as well but this experimental design allowed him to over come the weaknesses of observation</a:t>
            </a:r>
            <a:r>
              <a:rPr lang="en-US" baseline="0" dirty="0" smtClean="0"/>
              <a:t> the weakness mentioned in the article we quite complex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4) </a:t>
            </a:r>
            <a:r>
              <a:rPr lang="en-US" baseline="0" smtClean="0"/>
              <a:t>This research </a:t>
            </a:r>
            <a:r>
              <a:rPr lang="en-US" baseline="0" dirty="0" smtClean="0"/>
              <a:t>could help Interventions by authorities implement a health strategy better and efficiently.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540858-F090-42FA-8BBB-4ECD072165D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35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concern raised by the author is that adoption is also affected by the level of commitment towards a behavior, regarding this he states that behaviors come with a cost that be stated as opportunity cost such as time deprivation, physical pain etc.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diffusion of real-world</a:t>
            </a:r>
            <a:r>
              <a:rPr lang="en-US" baseline="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 behaviors may depend even more on</a:t>
            </a:r>
            <a:r>
              <a:rPr lang="en-US" baseline="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clustered network structures than did the diffusion dynamics reported by the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author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spread of good behavior was analyzed 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in on-line experiments, researchers have less control over the behavior of the subjects.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540858-F090-42FA-8BBB-4ECD072165D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35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a single observation for each individual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The</a:t>
            </a:r>
            <a:r>
              <a:rPr lang="en-US" baseline="0" dirty="0" smtClean="0"/>
              <a:t> weaknesses were quite complex as well as the jargon </a:t>
            </a:r>
            <a:endParaRPr lang="en-US" dirty="0" smtClean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/>
              <a:t>possible that subjects could encourage peers to sign up for the study in order to get access to the health forum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 number of participants as there were only 1528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Participants in the experiment were randomly assigned one of the two experimental conditions to avoid biasness.</a:t>
            </a: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 smtClean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 smtClean="0"/>
          </a:p>
          <a:p>
            <a: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540858-F090-42FA-8BBB-4ECD072165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72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82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91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90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8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7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94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79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9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55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98EE8-7D41-4BE2-A3DB-E35DCE93A7BE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0D741F-C5ED-4545-9B78-2F988550DB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37F8739-A5CC-B90D-2479-689B3C4472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Spread of Behavior in an Online Social Network </a:t>
            </a:r>
            <a:r>
              <a:rPr lang="en-US" dirty="0" smtClean="0"/>
              <a:t>Experiment (2010)</a:t>
            </a:r>
            <a:endParaRPr lang="x-non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AE5566FB-51FB-50CF-14A3-D032909EB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255962"/>
          </a:xfrm>
        </p:spPr>
        <p:txBody>
          <a:bodyPr>
            <a:normAutofit/>
          </a:bodyPr>
          <a:lstStyle/>
          <a:p>
            <a:r>
              <a:rPr lang="en-US" sz="3600" b="1" dirty="0"/>
              <a:t>By Damon </a:t>
            </a:r>
            <a:r>
              <a:rPr lang="en-US" sz="3600" b="1" dirty="0" err="1"/>
              <a:t>Centola</a:t>
            </a:r>
            <a:endParaRPr lang="en-US" sz="3600" b="1" dirty="0"/>
          </a:p>
          <a:p>
            <a:r>
              <a:rPr lang="en-US" dirty="0"/>
              <a:t>Discussed by:</a:t>
            </a:r>
          </a:p>
          <a:p>
            <a:r>
              <a:rPr lang="en-US" dirty="0"/>
              <a:t>Mirza Kashif</a:t>
            </a:r>
          </a:p>
          <a:p>
            <a:r>
              <a:rPr lang="en-US" dirty="0" err="1"/>
              <a:t>Tahaa</a:t>
            </a:r>
            <a:r>
              <a:rPr lang="en-US" dirty="0"/>
              <a:t> Imtiaz</a:t>
            </a:r>
          </a:p>
          <a:p>
            <a:r>
              <a:rPr lang="en-US" dirty="0"/>
              <a:t>Muhammad Usman</a:t>
            </a:r>
          </a:p>
          <a:p>
            <a:r>
              <a:rPr lang="en-US" dirty="0"/>
              <a:t>Anas Abid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647103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Map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</a:p>
          <a:p>
            <a:r>
              <a:rPr lang="en-US" dirty="0" smtClean="0"/>
              <a:t>Data</a:t>
            </a:r>
          </a:p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Methodology</a:t>
            </a:r>
          </a:p>
          <a:p>
            <a:r>
              <a:rPr lang="en-US" dirty="0" smtClean="0"/>
              <a:t>Experiment</a:t>
            </a:r>
          </a:p>
          <a:p>
            <a:r>
              <a:rPr lang="en-US" dirty="0" smtClean="0"/>
              <a:t>Findings</a:t>
            </a:r>
          </a:p>
          <a:p>
            <a:r>
              <a:rPr lang="en-US" dirty="0" smtClean="0"/>
              <a:t>Strengths </a:t>
            </a:r>
          </a:p>
          <a:p>
            <a:r>
              <a:rPr lang="en-US" dirty="0" smtClean="0"/>
              <a:t>Caveats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15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To investigate the effects of network structure on diffusion of behaviors by studying the spread of health behaviors through artificially structured online communities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Observe the effects of social signals on adoption of behavior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18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study was run for a 124-day period</a:t>
            </a:r>
          </a:p>
          <a:p>
            <a:endParaRPr lang="en-US" dirty="0"/>
          </a:p>
          <a:p>
            <a:r>
              <a:rPr lang="en-US" dirty="0" smtClean="0"/>
              <a:t>1,528 subjects participated in the study</a:t>
            </a:r>
          </a:p>
          <a:p>
            <a:endParaRPr lang="en-US" dirty="0"/>
          </a:p>
          <a:p>
            <a:r>
              <a:rPr lang="en-US" dirty="0"/>
              <a:t>S</a:t>
            </a:r>
            <a:r>
              <a:rPr lang="en-US" dirty="0" smtClean="0"/>
              <a:t>ubjects were recruited through email advertisements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26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</a:t>
            </a:r>
            <a:r>
              <a:rPr lang="en-US" dirty="0" smtClean="0"/>
              <a:t>tudy carried out by Damon </a:t>
            </a:r>
            <a:r>
              <a:rPr lang="en-US" dirty="0" err="1" smtClean="0"/>
              <a:t>Centola</a:t>
            </a:r>
            <a:r>
              <a:rPr lang="en-US" dirty="0" smtClean="0"/>
              <a:t> on the diffusion of behaviors spread through different network types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US" dirty="0" smtClean="0"/>
              <a:t>he two types of networks that were focused upon in this paper were Clustered Lattice Network and Random Network</a:t>
            </a:r>
          </a:p>
          <a:p>
            <a:endParaRPr lang="en-US" dirty="0"/>
          </a:p>
          <a:p>
            <a:r>
              <a:rPr lang="en-US" dirty="0" smtClean="0"/>
              <a:t>Explore all factors that can impact the diffusion of behavior in these networks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Produce statistical data to support the study through experimentation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633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Impact of social reinforcement on the various types of networks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US" dirty="0" smtClean="0"/>
              <a:t>wo hypotheses discussed in the article</a:t>
            </a:r>
          </a:p>
          <a:p>
            <a:endParaRPr lang="en-US" dirty="0"/>
          </a:p>
          <a:p>
            <a:pPr lvl="1"/>
            <a:r>
              <a:rPr lang="en-US" dirty="0" smtClean="0"/>
              <a:t>Strength of weak ties</a:t>
            </a:r>
          </a:p>
          <a:p>
            <a:pPr lvl="2"/>
            <a:r>
              <a:rPr lang="en-US" dirty="0" smtClean="0"/>
              <a:t>how it is able to spread a social health behavior farther and quicker than a network that is highly clustered</a:t>
            </a:r>
          </a:p>
          <a:p>
            <a:endParaRPr lang="en-US" dirty="0"/>
          </a:p>
          <a:p>
            <a:pPr lvl="1"/>
            <a:r>
              <a:rPr lang="en-US" dirty="0"/>
              <a:t>I</a:t>
            </a:r>
            <a:r>
              <a:rPr lang="en-US" dirty="0" smtClean="0"/>
              <a:t>mportance of reinforcement for the adaptation of behavior</a:t>
            </a:r>
          </a:p>
          <a:p>
            <a:pPr lvl="2"/>
            <a:r>
              <a:rPr lang="en-US" dirty="0" smtClean="0"/>
              <a:t>Unlike information/behavior such as diseases, social behavior is a different form of behavior</a:t>
            </a:r>
          </a:p>
        </p:txBody>
      </p:sp>
    </p:spTree>
    <p:extLst>
      <p:ext uri="{BB962C8B-B14F-4D97-AF65-F5344CB8AC3E}">
        <p14:creationId xmlns:p14="http://schemas.microsoft.com/office/powerpoint/2010/main" val="1090120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Test the effect of network</a:t>
            </a:r>
          </a:p>
          <a:p>
            <a:r>
              <a:rPr lang="en-US" dirty="0" smtClean="0"/>
              <a:t>Two types of network were formed</a:t>
            </a:r>
          </a:p>
          <a:p>
            <a:r>
              <a:rPr lang="en-US" dirty="0" smtClean="0"/>
              <a:t>Every node of network had same number of neighbors</a:t>
            </a:r>
          </a:p>
          <a:p>
            <a:r>
              <a:rPr lang="en-US" dirty="0" smtClean="0"/>
              <a:t>Pattern of connectivity in social network was different </a:t>
            </a:r>
          </a:p>
        </p:txBody>
      </p:sp>
    </p:spTree>
    <p:extLst>
      <p:ext uri="{BB962C8B-B14F-4D97-AF65-F5344CB8AC3E}">
        <p14:creationId xmlns:p14="http://schemas.microsoft.com/office/powerpoint/2010/main" val="148858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935824" cy="4351338"/>
          </a:xfrm>
        </p:spPr>
        <p:txBody>
          <a:bodyPr/>
          <a:lstStyle/>
          <a:p>
            <a:r>
              <a:rPr lang="en-US" dirty="0" smtClean="0"/>
              <a:t>each trial of the study consisted of a pair of networks</a:t>
            </a:r>
          </a:p>
          <a:p>
            <a:r>
              <a:rPr lang="en-US" dirty="0" smtClean="0"/>
              <a:t>one of each condition – a clustered lattice network condition and a random network condition</a:t>
            </a:r>
          </a:p>
          <a:p>
            <a:r>
              <a:rPr lang="en-US" dirty="0" smtClean="0"/>
              <a:t>the only difference between conditions was the topological structure of the ties that connected the participants.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998" y="1939229"/>
            <a:ext cx="5239574" cy="344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80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Six independent trials of the study were run.</a:t>
            </a:r>
          </a:p>
          <a:p>
            <a:r>
              <a:rPr lang="en-US" dirty="0" smtClean="0"/>
              <a:t> Across all six trials, 50% of subjects were enrolled in the clustered lattice network condition and 50% were enrolled in the random network condition.</a:t>
            </a:r>
          </a:p>
          <a:p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signals were given to the analyze the effect of signals on adoption.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280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5A5AEAF0-F895-128A-4022-683A3BD5D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x-non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A9F2097C-1213-0FC0-EBD2-D37860E0D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researcher finds that structure of the network has an important effect on the effect of adoption of a behavior. 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doption 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rate was quicker in clustered and bigger groups than in random circles. 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ate of adoption in clustered networks was four times faster than random circles.</a:t>
            </a:r>
          </a:p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an individual level the author finds that larger the number of health buddies each person had the faster they adopted a behavior. </a:t>
            </a:r>
          </a:p>
        </p:txBody>
      </p:sp>
    </p:spTree>
    <p:extLst>
      <p:ext uri="{BB962C8B-B14F-4D97-AF65-F5344CB8AC3E}">
        <p14:creationId xmlns:p14="http://schemas.microsoft.com/office/powerpoint/2010/main" val="3037882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16CA25-16CC-2CC9-B707-AB752DE54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562800-2233-DE92-3C13-F76C7CC9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was found that after receiving a second signal, adoption increased and after a third signal the adoption rate increased significantly but the marginal effect was small. 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author finds that 15% of the individuals who received one signal made a return visit and 30% of the individuals who received two signals made a return visit and 40% of the individuals who received 3 signals made at least one return visit. 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97028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Strengths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research will facilitate and help future researchers and Educational Institution</a:t>
            </a:r>
          </a:p>
          <a:p>
            <a:endParaRPr lang="en-US" dirty="0" smtClean="0"/>
          </a:p>
          <a:p>
            <a:r>
              <a:rPr lang="en-US" dirty="0" smtClean="0"/>
              <a:t>Participants randomly assigned one of two experimental design</a:t>
            </a:r>
          </a:p>
          <a:p>
            <a:endParaRPr lang="en-US" dirty="0" smtClean="0"/>
          </a:p>
          <a:p>
            <a:r>
              <a:rPr lang="en-US" dirty="0" smtClean="0"/>
              <a:t>Overcame the weakness of observation</a:t>
            </a:r>
          </a:p>
          <a:p>
            <a:endParaRPr lang="en-US" dirty="0" smtClean="0"/>
          </a:p>
          <a:p>
            <a:r>
              <a:rPr lang="en-US" dirty="0" smtClean="0"/>
              <a:t>Help Interventions by authorities implement better health strategy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670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Caveats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doption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also affected by the level of commitment towards a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behavior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Diffusion of real world health behavior maybe based on clustered networks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Only spread of good behavior was analyzed </a:t>
            </a:r>
          </a:p>
          <a:p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 smtClean="0"/>
              <a:t>in on-line experiments, researchers have less control over the behavior of the subjects. </a:t>
            </a:r>
            <a:endParaRPr lang="en-U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890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Caveats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single observation for each </a:t>
            </a:r>
            <a:r>
              <a:rPr lang="en-US" dirty="0" smtClean="0"/>
              <a:t>individual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weaknesses were quite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complex</a:t>
            </a:r>
            <a:endParaRPr lang="en-US" dirty="0"/>
          </a:p>
          <a:p>
            <a:r>
              <a:rPr lang="en-US" dirty="0" smtClean="0"/>
              <a:t>subjects </a:t>
            </a:r>
            <a:r>
              <a:rPr lang="en-US" dirty="0" smtClean="0"/>
              <a:t>could encourage peers to sign up for the </a:t>
            </a:r>
            <a:r>
              <a:rPr lang="en-US" dirty="0" smtClean="0"/>
              <a:t>study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participants</a:t>
            </a:r>
          </a:p>
          <a:p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Age Group not mentioned as adoption might be different across age groups</a:t>
            </a:r>
          </a:p>
        </p:txBody>
      </p:sp>
    </p:spTree>
    <p:extLst>
      <p:ext uri="{BB962C8B-B14F-4D97-AF65-F5344CB8AC3E}">
        <p14:creationId xmlns:p14="http://schemas.microsoft.com/office/powerpoint/2010/main" val="2717091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849</Words>
  <Application>Microsoft Office PowerPoint</Application>
  <PresentationFormat>Widescreen</PresentationFormat>
  <Paragraphs>108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The Spread of Behavior in an Online Social Network Experiment (2010)</vt:lpstr>
      <vt:lpstr>Road Map </vt:lpstr>
      <vt:lpstr>Motivation </vt:lpstr>
      <vt:lpstr>Data</vt:lpstr>
      <vt:lpstr>Introduction</vt:lpstr>
      <vt:lpstr>Introduction</vt:lpstr>
      <vt:lpstr>Methodology</vt:lpstr>
      <vt:lpstr>Experiment </vt:lpstr>
      <vt:lpstr>Experiment </vt:lpstr>
      <vt:lpstr>Findings</vt:lpstr>
      <vt:lpstr>Findings</vt:lpstr>
      <vt:lpstr>Strengths</vt:lpstr>
      <vt:lpstr>Caveats</vt:lpstr>
      <vt:lpstr>Caveats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ANAS ABID</cp:lastModifiedBy>
  <cp:revision>20</cp:revision>
  <dcterms:created xsi:type="dcterms:W3CDTF">2022-05-12T11:11:51Z</dcterms:created>
  <dcterms:modified xsi:type="dcterms:W3CDTF">2022-05-12T21:50:39Z</dcterms:modified>
</cp:coreProperties>
</file>