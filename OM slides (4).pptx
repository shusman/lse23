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2" r:id="rId2"/>
    <p:sldId id="257" r:id="rId3"/>
    <p:sldId id="258" r:id="rId4"/>
    <p:sldId id="30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26A9C-E88C-4D22-9CCD-4320E592D89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FF85D388-77F7-4AAF-B366-EA3D31AB1A79}">
      <dgm:prSet phldrT="[Text]" custT="1"/>
      <dgm:spPr/>
      <dgm:t>
        <a:bodyPr/>
        <a:lstStyle/>
        <a:p>
          <a:r>
            <a:rPr lang="en-US" sz="1200" b="1" dirty="0"/>
            <a:t>Manufacturing Execution Start</a:t>
          </a:r>
          <a:endParaRPr lang="en-PK" sz="1200" b="1" dirty="0"/>
        </a:p>
      </dgm:t>
    </dgm:pt>
    <dgm:pt modelId="{E4452853-3E30-43E0-80F1-606746023EF1}" type="parTrans" cxnId="{7D294C22-5943-436E-8430-06D490D04E17}">
      <dgm:prSet/>
      <dgm:spPr/>
      <dgm:t>
        <a:bodyPr/>
        <a:lstStyle/>
        <a:p>
          <a:endParaRPr lang="en-PK"/>
        </a:p>
      </dgm:t>
    </dgm:pt>
    <dgm:pt modelId="{DBB896EF-5E79-4B16-8C34-6158EF69AAC9}" type="sibTrans" cxnId="{7D294C22-5943-436E-8430-06D490D04E17}">
      <dgm:prSet/>
      <dgm:spPr/>
      <dgm:t>
        <a:bodyPr/>
        <a:lstStyle/>
        <a:p>
          <a:endParaRPr lang="en-PK"/>
        </a:p>
      </dgm:t>
    </dgm:pt>
    <dgm:pt modelId="{1C01E94A-ACE6-47D6-8A91-20FCC3E9DCDA}">
      <dgm:prSet phldrT="[Text]" custT="1"/>
      <dgm:spPr/>
      <dgm:t>
        <a:bodyPr/>
        <a:lstStyle/>
        <a:p>
          <a:r>
            <a:rPr lang="en-US" sz="1400" b="1" dirty="0"/>
            <a:t>Yarn Preparation in the Yarn Industry</a:t>
          </a:r>
          <a:endParaRPr lang="en-PK" sz="1400" b="1" dirty="0"/>
        </a:p>
      </dgm:t>
    </dgm:pt>
    <dgm:pt modelId="{A35A0C4B-5D0A-42C3-8959-A87EB70043F9}" type="parTrans" cxnId="{595B7A09-21B2-482E-91CD-06AEB73341C5}">
      <dgm:prSet/>
      <dgm:spPr/>
      <dgm:t>
        <a:bodyPr/>
        <a:lstStyle/>
        <a:p>
          <a:endParaRPr lang="en-PK"/>
        </a:p>
      </dgm:t>
    </dgm:pt>
    <dgm:pt modelId="{025B3BE1-C5D3-4747-8EDF-0DE7D620BF28}" type="sibTrans" cxnId="{595B7A09-21B2-482E-91CD-06AEB73341C5}">
      <dgm:prSet/>
      <dgm:spPr/>
      <dgm:t>
        <a:bodyPr/>
        <a:lstStyle/>
        <a:p>
          <a:endParaRPr lang="en-PK"/>
        </a:p>
      </dgm:t>
    </dgm:pt>
    <dgm:pt modelId="{82319D2B-A172-4612-BC95-DE344341D721}">
      <dgm:prSet phldrT="[Text]" custT="1"/>
      <dgm:spPr/>
      <dgm:t>
        <a:bodyPr/>
        <a:lstStyle/>
        <a:p>
          <a:r>
            <a:rPr lang="en-US" sz="1400" b="1" dirty="0"/>
            <a:t>Yarn Doubling and Twisting</a:t>
          </a:r>
          <a:endParaRPr lang="en-PK" sz="1400" b="1" dirty="0"/>
        </a:p>
      </dgm:t>
    </dgm:pt>
    <dgm:pt modelId="{1FE42FC7-7980-4E45-95A3-A5DCC918001D}" type="parTrans" cxnId="{E54B611F-131E-4549-9FBC-31C21EAA7CC1}">
      <dgm:prSet/>
      <dgm:spPr/>
      <dgm:t>
        <a:bodyPr/>
        <a:lstStyle/>
        <a:p>
          <a:endParaRPr lang="en-PK"/>
        </a:p>
      </dgm:t>
    </dgm:pt>
    <dgm:pt modelId="{3DEBDC02-698D-4885-912F-9F8E2767C27B}" type="sibTrans" cxnId="{E54B611F-131E-4549-9FBC-31C21EAA7CC1}">
      <dgm:prSet/>
      <dgm:spPr/>
      <dgm:t>
        <a:bodyPr/>
        <a:lstStyle/>
        <a:p>
          <a:endParaRPr lang="en-PK"/>
        </a:p>
      </dgm:t>
    </dgm:pt>
    <dgm:pt modelId="{71182CCE-5AD7-498F-B34E-35FF9D25F653}">
      <dgm:prSet phldrT="[Text]" custT="1"/>
      <dgm:spPr/>
      <dgm:t>
        <a:bodyPr/>
        <a:lstStyle/>
        <a:p>
          <a:r>
            <a:rPr lang="en-US" sz="1400" b="1" dirty="0"/>
            <a:t>Winding</a:t>
          </a:r>
          <a:endParaRPr lang="en-PK" sz="1400" b="1" dirty="0"/>
        </a:p>
      </dgm:t>
    </dgm:pt>
    <dgm:pt modelId="{3A15D0EA-AF92-45A0-BE48-DB992B356CF5}" type="parTrans" cxnId="{23831345-E12B-4690-9D52-6AE81580A53E}">
      <dgm:prSet/>
      <dgm:spPr/>
      <dgm:t>
        <a:bodyPr/>
        <a:lstStyle/>
        <a:p>
          <a:endParaRPr lang="en-PK"/>
        </a:p>
      </dgm:t>
    </dgm:pt>
    <dgm:pt modelId="{D0658AC8-0BCE-4BDC-A3C4-8317110ABE54}" type="sibTrans" cxnId="{23831345-E12B-4690-9D52-6AE81580A53E}">
      <dgm:prSet/>
      <dgm:spPr/>
      <dgm:t>
        <a:bodyPr/>
        <a:lstStyle/>
        <a:p>
          <a:endParaRPr lang="en-PK"/>
        </a:p>
      </dgm:t>
    </dgm:pt>
    <dgm:pt modelId="{1B17BD64-429E-4CFB-8E0C-6CE5A7D79718}">
      <dgm:prSet phldrT="[Text]" custT="1"/>
      <dgm:spPr/>
      <dgm:t>
        <a:bodyPr/>
        <a:lstStyle/>
        <a:p>
          <a:r>
            <a:rPr lang="en-US" sz="1400" b="1" dirty="0"/>
            <a:t>Sizing</a:t>
          </a:r>
          <a:endParaRPr lang="en-PK" sz="1400" b="1" dirty="0"/>
        </a:p>
      </dgm:t>
    </dgm:pt>
    <dgm:pt modelId="{7670B73C-B4A0-4EAB-B54B-BF185FD1F2A3}" type="parTrans" cxnId="{3F868AAB-3E51-41FF-A87D-0A88D74C2F8C}">
      <dgm:prSet/>
      <dgm:spPr/>
      <dgm:t>
        <a:bodyPr/>
        <a:lstStyle/>
        <a:p>
          <a:endParaRPr lang="en-PK"/>
        </a:p>
      </dgm:t>
    </dgm:pt>
    <dgm:pt modelId="{A0718AE9-4D0E-4407-8AB1-759B8D224E14}" type="sibTrans" cxnId="{3F868AAB-3E51-41FF-A87D-0A88D74C2F8C}">
      <dgm:prSet/>
      <dgm:spPr/>
      <dgm:t>
        <a:bodyPr/>
        <a:lstStyle/>
        <a:p>
          <a:endParaRPr lang="en-PK"/>
        </a:p>
      </dgm:t>
    </dgm:pt>
    <dgm:pt modelId="{832AF23F-A8D6-483D-AF3C-61F389A6434F}">
      <dgm:prSet custT="1"/>
      <dgm:spPr/>
      <dgm:t>
        <a:bodyPr/>
        <a:lstStyle/>
        <a:p>
          <a:r>
            <a:rPr lang="en-US" sz="1400" b="1" dirty="0"/>
            <a:t>Winding to the Weavers Beam</a:t>
          </a:r>
          <a:endParaRPr lang="en-PK" sz="1400" b="1" dirty="0"/>
        </a:p>
      </dgm:t>
    </dgm:pt>
    <dgm:pt modelId="{FF3AF065-A249-444B-B826-BA25DDC86BDC}" type="parTrans" cxnId="{DD103FCB-7796-499D-9CB9-F6F475F4AC57}">
      <dgm:prSet/>
      <dgm:spPr/>
      <dgm:t>
        <a:bodyPr/>
        <a:lstStyle/>
        <a:p>
          <a:endParaRPr lang="en-PK"/>
        </a:p>
      </dgm:t>
    </dgm:pt>
    <dgm:pt modelId="{AB6A1E0F-CC6A-4BD0-9274-758A4053CA06}" type="sibTrans" cxnId="{DD103FCB-7796-499D-9CB9-F6F475F4AC57}">
      <dgm:prSet/>
      <dgm:spPr/>
      <dgm:t>
        <a:bodyPr/>
        <a:lstStyle/>
        <a:p>
          <a:endParaRPr lang="en-PK"/>
        </a:p>
      </dgm:t>
    </dgm:pt>
    <dgm:pt modelId="{C8CF2A0F-2875-4E2E-8C83-6E9E1678E450}">
      <dgm:prSet custT="1"/>
      <dgm:spPr/>
      <dgm:t>
        <a:bodyPr/>
        <a:lstStyle/>
        <a:p>
          <a:r>
            <a:rPr lang="en-US" sz="1400" b="1" dirty="0"/>
            <a:t>Drawing</a:t>
          </a:r>
          <a:endParaRPr lang="en-PK" sz="1400" b="1" dirty="0"/>
        </a:p>
      </dgm:t>
    </dgm:pt>
    <dgm:pt modelId="{591F334E-ADFA-47BF-868B-D70BEE6E0715}" type="parTrans" cxnId="{8CA3FFB4-C251-40FF-8148-FCF91C58F9F8}">
      <dgm:prSet/>
      <dgm:spPr/>
      <dgm:t>
        <a:bodyPr/>
        <a:lstStyle/>
        <a:p>
          <a:endParaRPr lang="en-PK"/>
        </a:p>
      </dgm:t>
    </dgm:pt>
    <dgm:pt modelId="{B01F4FDE-D25C-4DEF-835D-6322D1928F37}" type="sibTrans" cxnId="{8CA3FFB4-C251-40FF-8148-FCF91C58F9F8}">
      <dgm:prSet/>
      <dgm:spPr/>
      <dgm:t>
        <a:bodyPr/>
        <a:lstStyle/>
        <a:p>
          <a:endParaRPr lang="en-PK"/>
        </a:p>
      </dgm:t>
    </dgm:pt>
    <dgm:pt modelId="{80D914F2-F630-4294-B7C6-1294217AEA5B}">
      <dgm:prSet custT="1"/>
      <dgm:spPr/>
      <dgm:t>
        <a:bodyPr/>
        <a:lstStyle/>
        <a:p>
          <a:r>
            <a:rPr lang="en-US" sz="1400" b="1" dirty="0"/>
            <a:t>Denting</a:t>
          </a:r>
          <a:endParaRPr lang="en-PK" sz="1400" b="1" dirty="0"/>
        </a:p>
      </dgm:t>
    </dgm:pt>
    <dgm:pt modelId="{85EEAC06-E374-4801-88F9-C815ED6DFD27}" type="parTrans" cxnId="{E337B73E-842B-48D5-905F-F9913877D9F6}">
      <dgm:prSet/>
      <dgm:spPr/>
      <dgm:t>
        <a:bodyPr/>
        <a:lstStyle/>
        <a:p>
          <a:endParaRPr lang="en-PK"/>
        </a:p>
      </dgm:t>
    </dgm:pt>
    <dgm:pt modelId="{9AFA8CAD-B238-452D-AD9A-D093515C3344}" type="sibTrans" cxnId="{E337B73E-842B-48D5-905F-F9913877D9F6}">
      <dgm:prSet/>
      <dgm:spPr/>
      <dgm:t>
        <a:bodyPr/>
        <a:lstStyle/>
        <a:p>
          <a:endParaRPr lang="en-PK"/>
        </a:p>
      </dgm:t>
    </dgm:pt>
    <dgm:pt modelId="{877094EB-BB8D-4C4E-8F13-3DD2F851F43D}">
      <dgm:prSet custT="1"/>
      <dgm:spPr/>
      <dgm:t>
        <a:bodyPr/>
        <a:lstStyle/>
        <a:p>
          <a:r>
            <a:rPr lang="en-US" sz="1400" b="1" dirty="0"/>
            <a:t>Looming</a:t>
          </a:r>
          <a:endParaRPr lang="en-PK" sz="1400" b="1" dirty="0"/>
        </a:p>
      </dgm:t>
    </dgm:pt>
    <dgm:pt modelId="{5E4A4E55-B2BB-4A1D-81D5-8491CB97B1CD}" type="parTrans" cxnId="{1C582DFC-EBF6-434A-BF27-7CB6B82DAA24}">
      <dgm:prSet/>
      <dgm:spPr/>
      <dgm:t>
        <a:bodyPr/>
        <a:lstStyle/>
        <a:p>
          <a:endParaRPr lang="en-PK"/>
        </a:p>
      </dgm:t>
    </dgm:pt>
    <dgm:pt modelId="{1512B22F-6BB0-48B5-86D0-5A2FBC25AF3D}" type="sibTrans" cxnId="{1C582DFC-EBF6-434A-BF27-7CB6B82DAA24}">
      <dgm:prSet/>
      <dgm:spPr/>
      <dgm:t>
        <a:bodyPr/>
        <a:lstStyle/>
        <a:p>
          <a:endParaRPr lang="en-PK"/>
        </a:p>
      </dgm:t>
    </dgm:pt>
    <dgm:pt modelId="{2DB978F3-B190-4BDF-9DA4-6844EF03A57D}">
      <dgm:prSet custT="1"/>
      <dgm:spPr/>
      <dgm:t>
        <a:bodyPr/>
        <a:lstStyle/>
        <a:p>
          <a:r>
            <a:rPr lang="en-US" sz="1400" b="1" dirty="0"/>
            <a:t>Weaving</a:t>
          </a:r>
          <a:endParaRPr lang="en-PK" sz="1400" b="1" dirty="0"/>
        </a:p>
      </dgm:t>
    </dgm:pt>
    <dgm:pt modelId="{085D077A-B2B4-49D4-8E64-D39446826F09}" type="parTrans" cxnId="{70FD05A4-638B-43E7-AD44-F494F5FDC777}">
      <dgm:prSet/>
      <dgm:spPr/>
      <dgm:t>
        <a:bodyPr/>
        <a:lstStyle/>
        <a:p>
          <a:endParaRPr lang="en-PK"/>
        </a:p>
      </dgm:t>
    </dgm:pt>
    <dgm:pt modelId="{E1F2EF1A-169B-462A-8877-FE0224BBB8D7}" type="sibTrans" cxnId="{70FD05A4-638B-43E7-AD44-F494F5FDC777}">
      <dgm:prSet/>
      <dgm:spPr/>
      <dgm:t>
        <a:bodyPr/>
        <a:lstStyle/>
        <a:p>
          <a:endParaRPr lang="en-PK"/>
        </a:p>
      </dgm:t>
    </dgm:pt>
    <dgm:pt modelId="{F16B1ADE-7D36-464C-B8CD-471EA52733E7}">
      <dgm:prSet custT="1"/>
      <dgm:spPr/>
      <dgm:t>
        <a:bodyPr/>
        <a:lstStyle/>
        <a:p>
          <a:r>
            <a:rPr lang="en-US" sz="1400" b="1" dirty="0"/>
            <a:t>Take off the Fabric Role</a:t>
          </a:r>
          <a:endParaRPr lang="en-PK" sz="1400" b="1" dirty="0"/>
        </a:p>
      </dgm:t>
    </dgm:pt>
    <dgm:pt modelId="{0FA9299D-231A-49C8-B5AC-1C023B3B01B4}" type="parTrans" cxnId="{47CC3F5B-CE7F-4685-9A1E-ED4F18593C73}">
      <dgm:prSet/>
      <dgm:spPr/>
      <dgm:t>
        <a:bodyPr/>
        <a:lstStyle/>
        <a:p>
          <a:endParaRPr lang="en-PK"/>
        </a:p>
      </dgm:t>
    </dgm:pt>
    <dgm:pt modelId="{63F8D3E6-9E34-4AF4-A64A-236B0436FD4B}" type="sibTrans" cxnId="{47CC3F5B-CE7F-4685-9A1E-ED4F18593C73}">
      <dgm:prSet/>
      <dgm:spPr/>
      <dgm:t>
        <a:bodyPr/>
        <a:lstStyle/>
        <a:p>
          <a:endParaRPr lang="en-PK"/>
        </a:p>
      </dgm:t>
    </dgm:pt>
    <dgm:pt modelId="{B5386AD2-D3E1-4525-AB9D-99EFD42C0F0A}">
      <dgm:prSet custT="1"/>
      <dgm:spPr/>
      <dgm:t>
        <a:bodyPr/>
        <a:lstStyle/>
        <a:p>
          <a:r>
            <a:rPr lang="en-US" sz="2000" b="1" dirty="0"/>
            <a:t>Fabric Inspection</a:t>
          </a:r>
          <a:endParaRPr lang="en-PK" sz="2000" b="1" dirty="0"/>
        </a:p>
      </dgm:t>
    </dgm:pt>
    <dgm:pt modelId="{D23A9D8D-6656-4B6D-AE18-589E86CFD679}" type="parTrans" cxnId="{926BCA44-D72A-468B-8DC8-55908347828F}">
      <dgm:prSet/>
      <dgm:spPr/>
      <dgm:t>
        <a:bodyPr/>
        <a:lstStyle/>
        <a:p>
          <a:endParaRPr lang="en-PK"/>
        </a:p>
      </dgm:t>
    </dgm:pt>
    <dgm:pt modelId="{A92887EE-985C-430C-BEE1-D8869B947872}" type="sibTrans" cxnId="{926BCA44-D72A-468B-8DC8-55908347828F}">
      <dgm:prSet/>
      <dgm:spPr/>
      <dgm:t>
        <a:bodyPr/>
        <a:lstStyle/>
        <a:p>
          <a:endParaRPr lang="en-PK"/>
        </a:p>
      </dgm:t>
    </dgm:pt>
    <dgm:pt modelId="{BD952FA8-7A60-463A-8D93-03FD37488B3F}">
      <dgm:prSet custT="1"/>
      <dgm:spPr/>
      <dgm:t>
        <a:bodyPr/>
        <a:lstStyle/>
        <a:p>
          <a:r>
            <a:rPr lang="en-US" sz="2000" b="1" dirty="0"/>
            <a:t>Delivery</a:t>
          </a:r>
          <a:endParaRPr lang="en-PK" sz="2000" b="1" dirty="0"/>
        </a:p>
      </dgm:t>
    </dgm:pt>
    <dgm:pt modelId="{B2189505-5CEC-44C6-8035-C25B70C95045}" type="parTrans" cxnId="{8251D47F-536D-4AF9-BA73-55D7EDDFA17B}">
      <dgm:prSet/>
      <dgm:spPr/>
      <dgm:t>
        <a:bodyPr/>
        <a:lstStyle/>
        <a:p>
          <a:endParaRPr lang="en-PK"/>
        </a:p>
      </dgm:t>
    </dgm:pt>
    <dgm:pt modelId="{8166383A-2694-4F1A-ABB6-5D7E70D43717}" type="sibTrans" cxnId="{8251D47F-536D-4AF9-BA73-55D7EDDFA17B}">
      <dgm:prSet/>
      <dgm:spPr/>
      <dgm:t>
        <a:bodyPr/>
        <a:lstStyle/>
        <a:p>
          <a:endParaRPr lang="en-PK"/>
        </a:p>
      </dgm:t>
    </dgm:pt>
    <dgm:pt modelId="{2D3DBE87-2A27-4BE8-BCF0-70063CF0FFC5}">
      <dgm:prSet custT="1"/>
      <dgm:spPr/>
      <dgm:t>
        <a:bodyPr/>
        <a:lstStyle/>
        <a:p>
          <a:r>
            <a:rPr lang="en-US" sz="2000" b="1" dirty="0"/>
            <a:t>End</a:t>
          </a:r>
          <a:endParaRPr lang="en-PK" sz="2000" b="1" dirty="0"/>
        </a:p>
      </dgm:t>
    </dgm:pt>
    <dgm:pt modelId="{7D6B20BA-225E-45E8-A332-EDBD4BA335C4}" type="parTrans" cxnId="{5C429802-0FA8-4823-9E37-486B43C50BBD}">
      <dgm:prSet/>
      <dgm:spPr/>
      <dgm:t>
        <a:bodyPr/>
        <a:lstStyle/>
        <a:p>
          <a:endParaRPr lang="en-PK"/>
        </a:p>
      </dgm:t>
    </dgm:pt>
    <dgm:pt modelId="{D294481A-3FCB-4B8D-8E09-35143E91B827}" type="sibTrans" cxnId="{5C429802-0FA8-4823-9E37-486B43C50BBD}">
      <dgm:prSet/>
      <dgm:spPr/>
      <dgm:t>
        <a:bodyPr/>
        <a:lstStyle/>
        <a:p>
          <a:endParaRPr lang="en-PK"/>
        </a:p>
      </dgm:t>
    </dgm:pt>
    <dgm:pt modelId="{1DEB68AA-6D26-4AD0-BA23-A5534D093A44}">
      <dgm:prSet phldrT="[Text]"/>
      <dgm:spPr/>
      <dgm:t>
        <a:bodyPr/>
        <a:lstStyle/>
        <a:p>
          <a:r>
            <a:rPr lang="en-US" sz="900" dirty="0"/>
            <a:t>Used to double the size of the yarn and twist it in order to make the yarn stronger.</a:t>
          </a:r>
          <a:endParaRPr lang="en-PK" sz="900" dirty="0"/>
        </a:p>
      </dgm:t>
    </dgm:pt>
    <dgm:pt modelId="{41D39132-63A8-4B09-86E7-4A97B2E0B676}" type="parTrans" cxnId="{ED90C47E-8B6E-4EF2-A617-88DC37EAF54B}">
      <dgm:prSet/>
      <dgm:spPr/>
      <dgm:t>
        <a:bodyPr/>
        <a:lstStyle/>
        <a:p>
          <a:endParaRPr lang="en-PK"/>
        </a:p>
      </dgm:t>
    </dgm:pt>
    <dgm:pt modelId="{BDE784B3-2EDE-4F24-A2AA-6ECFBAA79BE6}" type="sibTrans" cxnId="{ED90C47E-8B6E-4EF2-A617-88DC37EAF54B}">
      <dgm:prSet/>
      <dgm:spPr/>
      <dgm:t>
        <a:bodyPr/>
        <a:lstStyle/>
        <a:p>
          <a:endParaRPr lang="en-PK"/>
        </a:p>
      </dgm:t>
    </dgm:pt>
    <dgm:pt modelId="{92DE009E-D325-45FF-868F-E0696B4A7C02}">
      <dgm:prSet phldrT="[Text]"/>
      <dgm:spPr/>
      <dgm:t>
        <a:bodyPr/>
        <a:lstStyle/>
        <a:p>
          <a:r>
            <a:rPr lang="en-US" sz="900" dirty="0"/>
            <a:t>Winding the yarn onto the cone.</a:t>
          </a:r>
          <a:endParaRPr lang="en-PK" sz="900" dirty="0"/>
        </a:p>
      </dgm:t>
    </dgm:pt>
    <dgm:pt modelId="{EDE35F24-35BC-4B09-AF67-A9CCC7845A50}" type="parTrans" cxnId="{1DB715F3-041D-425C-A7FA-273143E660A3}">
      <dgm:prSet/>
      <dgm:spPr/>
      <dgm:t>
        <a:bodyPr/>
        <a:lstStyle/>
        <a:p>
          <a:endParaRPr lang="en-PK"/>
        </a:p>
      </dgm:t>
    </dgm:pt>
    <dgm:pt modelId="{3CF5A384-8416-4153-BF7F-DB821DC4B169}" type="sibTrans" cxnId="{1DB715F3-041D-425C-A7FA-273143E660A3}">
      <dgm:prSet/>
      <dgm:spPr/>
      <dgm:t>
        <a:bodyPr/>
        <a:lstStyle/>
        <a:p>
          <a:endParaRPr lang="en-PK"/>
        </a:p>
      </dgm:t>
    </dgm:pt>
    <dgm:pt modelId="{72024574-BECD-4B1C-8147-5A275EB0D555}">
      <dgm:prSet phldrT="[Text]"/>
      <dgm:spPr/>
      <dgm:t>
        <a:bodyPr/>
        <a:lstStyle/>
        <a:p>
          <a:r>
            <a:rPr lang="en-US" sz="900" dirty="0"/>
            <a:t>The yarn is removed from the cone and winded to the cone where starch is added to the thread.</a:t>
          </a:r>
          <a:endParaRPr lang="en-PK" sz="900" dirty="0"/>
        </a:p>
      </dgm:t>
    </dgm:pt>
    <dgm:pt modelId="{9E2B7ED6-818F-409A-A5B9-E83329809B8E}" type="parTrans" cxnId="{43FEA1EC-DC4B-4F78-92A3-58885011B9BB}">
      <dgm:prSet/>
      <dgm:spPr/>
      <dgm:t>
        <a:bodyPr/>
        <a:lstStyle/>
        <a:p>
          <a:endParaRPr lang="en-PK"/>
        </a:p>
      </dgm:t>
    </dgm:pt>
    <dgm:pt modelId="{D972C77C-1E91-44C5-994F-359DBB6D91FA}" type="sibTrans" cxnId="{43FEA1EC-DC4B-4F78-92A3-58885011B9BB}">
      <dgm:prSet/>
      <dgm:spPr/>
      <dgm:t>
        <a:bodyPr/>
        <a:lstStyle/>
        <a:p>
          <a:endParaRPr lang="en-PK"/>
        </a:p>
      </dgm:t>
    </dgm:pt>
    <dgm:pt modelId="{BE993E54-6003-420B-B087-C5D9C62E328F}">
      <dgm:prSet/>
      <dgm:spPr/>
      <dgm:t>
        <a:bodyPr/>
        <a:lstStyle/>
        <a:p>
          <a:r>
            <a:rPr lang="en-US" sz="900" dirty="0"/>
            <a:t>After the sizing process, the yarn is winded on to the weaver beam which is later placed on to the loom.</a:t>
          </a:r>
          <a:endParaRPr lang="en-PK" sz="900" dirty="0"/>
        </a:p>
      </dgm:t>
    </dgm:pt>
    <dgm:pt modelId="{F8EC51AE-2AA6-41E8-85D6-62F51E687D09}" type="parTrans" cxnId="{32192F51-828F-45A2-988A-7692B3C02066}">
      <dgm:prSet/>
      <dgm:spPr/>
      <dgm:t>
        <a:bodyPr/>
        <a:lstStyle/>
        <a:p>
          <a:endParaRPr lang="en-PK"/>
        </a:p>
      </dgm:t>
    </dgm:pt>
    <dgm:pt modelId="{42331735-B311-443E-82B2-FB4267D3173B}" type="sibTrans" cxnId="{32192F51-828F-45A2-988A-7692B3C02066}">
      <dgm:prSet/>
      <dgm:spPr/>
      <dgm:t>
        <a:bodyPr/>
        <a:lstStyle/>
        <a:p>
          <a:endParaRPr lang="en-PK"/>
        </a:p>
      </dgm:t>
    </dgm:pt>
    <dgm:pt modelId="{14A583FF-A0AB-4978-B924-6AAFE2F86AEE}">
      <dgm:prSet/>
      <dgm:spPr/>
      <dgm:t>
        <a:bodyPr/>
        <a:lstStyle/>
        <a:p>
          <a:r>
            <a:rPr lang="en-US" sz="900" dirty="0"/>
            <a:t>Drawing is done to pull the threads through the frame of weaving machine.</a:t>
          </a:r>
          <a:endParaRPr lang="en-PK" sz="900" dirty="0"/>
        </a:p>
      </dgm:t>
    </dgm:pt>
    <dgm:pt modelId="{09C02D51-85E2-47DD-9049-733FD439FC1B}" type="parTrans" cxnId="{0BB90995-78D4-4818-913C-3544A8CE3CC8}">
      <dgm:prSet/>
      <dgm:spPr/>
      <dgm:t>
        <a:bodyPr/>
        <a:lstStyle/>
        <a:p>
          <a:endParaRPr lang="en-PK"/>
        </a:p>
      </dgm:t>
    </dgm:pt>
    <dgm:pt modelId="{F329E2CE-7711-4F82-878B-CB9CB07F446F}" type="sibTrans" cxnId="{0BB90995-78D4-4818-913C-3544A8CE3CC8}">
      <dgm:prSet/>
      <dgm:spPr/>
      <dgm:t>
        <a:bodyPr/>
        <a:lstStyle/>
        <a:p>
          <a:endParaRPr lang="en-PK"/>
        </a:p>
      </dgm:t>
    </dgm:pt>
    <dgm:pt modelId="{F395E3CE-256F-4DD0-9FBB-71BEF8A24F3D}">
      <dgm:prSet/>
      <dgm:spPr/>
      <dgm:t>
        <a:bodyPr/>
        <a:lstStyle/>
        <a:p>
          <a:r>
            <a:rPr lang="en-US" sz="900" dirty="0"/>
            <a:t>Denting signifies drawing the thread according to the reed plan. (Specifies the fabric width and ends per inches</a:t>
          </a:r>
          <a:endParaRPr lang="en-PK" sz="900" dirty="0"/>
        </a:p>
      </dgm:t>
    </dgm:pt>
    <dgm:pt modelId="{1A73342F-8E38-459A-B955-F96E57C623A3}" type="parTrans" cxnId="{48692127-B8EB-41F3-B45A-77B5376513DD}">
      <dgm:prSet/>
      <dgm:spPr/>
      <dgm:t>
        <a:bodyPr/>
        <a:lstStyle/>
        <a:p>
          <a:endParaRPr lang="en-PK"/>
        </a:p>
      </dgm:t>
    </dgm:pt>
    <dgm:pt modelId="{9B997947-4D42-4E64-855B-C056A0A7D9EE}" type="sibTrans" cxnId="{48692127-B8EB-41F3-B45A-77B5376513DD}">
      <dgm:prSet/>
      <dgm:spPr/>
      <dgm:t>
        <a:bodyPr/>
        <a:lstStyle/>
        <a:p>
          <a:endParaRPr lang="en-PK"/>
        </a:p>
      </dgm:t>
    </dgm:pt>
    <dgm:pt modelId="{E95BF7EC-9304-48BF-AD58-561C0D75F946}">
      <dgm:prSet/>
      <dgm:spPr/>
      <dgm:t>
        <a:bodyPr/>
        <a:lstStyle/>
        <a:p>
          <a:r>
            <a:rPr lang="en-US" sz="900" dirty="0"/>
            <a:t>When the new warp beam arrives from sizing. It is attached to the old threads of the beam.</a:t>
          </a:r>
          <a:endParaRPr lang="en-PK" sz="900" dirty="0"/>
        </a:p>
      </dgm:t>
    </dgm:pt>
    <dgm:pt modelId="{B6056F10-ECF2-4939-9033-A80517494B64}" type="parTrans" cxnId="{7D976A95-E63B-452D-9A85-917E2EBB2DFF}">
      <dgm:prSet/>
      <dgm:spPr/>
      <dgm:t>
        <a:bodyPr/>
        <a:lstStyle/>
        <a:p>
          <a:endParaRPr lang="en-PK"/>
        </a:p>
      </dgm:t>
    </dgm:pt>
    <dgm:pt modelId="{3B31D59F-8853-44B0-8FBA-6297B97039A7}" type="sibTrans" cxnId="{7D976A95-E63B-452D-9A85-917E2EBB2DFF}">
      <dgm:prSet/>
      <dgm:spPr/>
      <dgm:t>
        <a:bodyPr/>
        <a:lstStyle/>
        <a:p>
          <a:endParaRPr lang="en-PK"/>
        </a:p>
      </dgm:t>
    </dgm:pt>
    <dgm:pt modelId="{CDF25A31-FA33-4072-97E5-3B878BE39183}">
      <dgm:prSet/>
      <dgm:spPr/>
      <dgm:t>
        <a:bodyPr/>
        <a:lstStyle/>
        <a:p>
          <a:r>
            <a:rPr lang="en-US" sz="900" dirty="0"/>
            <a:t>Finally Weaving is started and others process will be followed for delivery.</a:t>
          </a:r>
          <a:endParaRPr lang="en-PK" sz="900" dirty="0"/>
        </a:p>
      </dgm:t>
    </dgm:pt>
    <dgm:pt modelId="{21E521B5-F48D-4BF6-9B20-B2E9CA6AD8F2}" type="parTrans" cxnId="{AE8CA484-D2AC-434C-9A28-D8F978DE0371}">
      <dgm:prSet/>
      <dgm:spPr/>
      <dgm:t>
        <a:bodyPr/>
        <a:lstStyle/>
        <a:p>
          <a:endParaRPr lang="en-PK"/>
        </a:p>
      </dgm:t>
    </dgm:pt>
    <dgm:pt modelId="{7F7288B8-FE4E-46E5-A6B5-F3960E22841C}" type="sibTrans" cxnId="{AE8CA484-D2AC-434C-9A28-D8F978DE0371}">
      <dgm:prSet/>
      <dgm:spPr/>
      <dgm:t>
        <a:bodyPr/>
        <a:lstStyle/>
        <a:p>
          <a:endParaRPr lang="en-PK"/>
        </a:p>
      </dgm:t>
    </dgm:pt>
    <dgm:pt modelId="{C0729096-A685-4B56-8FB5-2340D286F558}" type="pres">
      <dgm:prSet presAssocID="{DD126A9C-E88C-4D22-9CCD-4320E592D899}" presName="diagram" presStyleCnt="0">
        <dgm:presLayoutVars>
          <dgm:dir/>
          <dgm:resizeHandles val="exact"/>
        </dgm:presLayoutVars>
      </dgm:prSet>
      <dgm:spPr/>
    </dgm:pt>
    <dgm:pt modelId="{28EF39EB-4A5C-4EC2-A6B5-83144FCCA23A}" type="pres">
      <dgm:prSet presAssocID="{FF85D388-77F7-4AAF-B366-EA3D31AB1A79}" presName="node" presStyleLbl="node1" presStyleIdx="0" presStyleCnt="14">
        <dgm:presLayoutVars>
          <dgm:bulletEnabled val="1"/>
        </dgm:presLayoutVars>
      </dgm:prSet>
      <dgm:spPr>
        <a:prstGeom prst="ellipse">
          <a:avLst/>
        </a:prstGeom>
      </dgm:spPr>
    </dgm:pt>
    <dgm:pt modelId="{40FF7B70-ABED-4B2A-BB64-D5AD717D36A7}" type="pres">
      <dgm:prSet presAssocID="{DBB896EF-5E79-4B16-8C34-6158EF69AAC9}" presName="sibTrans" presStyleLbl="sibTrans2D1" presStyleIdx="0" presStyleCnt="13"/>
      <dgm:spPr/>
    </dgm:pt>
    <dgm:pt modelId="{C40DD339-6E21-481D-BFDC-1A954CE5B27F}" type="pres">
      <dgm:prSet presAssocID="{DBB896EF-5E79-4B16-8C34-6158EF69AAC9}" presName="connectorText" presStyleLbl="sibTrans2D1" presStyleIdx="0" presStyleCnt="13"/>
      <dgm:spPr/>
    </dgm:pt>
    <dgm:pt modelId="{CD014A1E-0ED8-420B-B53E-2A5E8A4BEF0C}" type="pres">
      <dgm:prSet presAssocID="{1C01E94A-ACE6-47D6-8A91-20FCC3E9DCDA}" presName="node" presStyleLbl="node1" presStyleIdx="1" presStyleCnt="14">
        <dgm:presLayoutVars>
          <dgm:bulletEnabled val="1"/>
        </dgm:presLayoutVars>
      </dgm:prSet>
      <dgm:spPr/>
    </dgm:pt>
    <dgm:pt modelId="{E06508E0-B06F-41F0-8B60-73776ADC8B3F}" type="pres">
      <dgm:prSet presAssocID="{025B3BE1-C5D3-4747-8EDF-0DE7D620BF28}" presName="sibTrans" presStyleLbl="sibTrans2D1" presStyleIdx="1" presStyleCnt="13"/>
      <dgm:spPr/>
    </dgm:pt>
    <dgm:pt modelId="{6363279E-09AE-4BF5-874E-6E7BEF4919C6}" type="pres">
      <dgm:prSet presAssocID="{025B3BE1-C5D3-4747-8EDF-0DE7D620BF28}" presName="connectorText" presStyleLbl="sibTrans2D1" presStyleIdx="1" presStyleCnt="13"/>
      <dgm:spPr/>
    </dgm:pt>
    <dgm:pt modelId="{95C284DF-0789-4B76-9C1B-6315BCA0D63E}" type="pres">
      <dgm:prSet presAssocID="{82319D2B-A172-4612-BC95-DE344341D721}" presName="node" presStyleLbl="node1" presStyleIdx="2" presStyleCnt="14">
        <dgm:presLayoutVars>
          <dgm:bulletEnabled val="1"/>
        </dgm:presLayoutVars>
      </dgm:prSet>
      <dgm:spPr/>
    </dgm:pt>
    <dgm:pt modelId="{ABBB02B6-CC55-4C7B-95ED-881590A8D384}" type="pres">
      <dgm:prSet presAssocID="{3DEBDC02-698D-4885-912F-9F8E2767C27B}" presName="sibTrans" presStyleLbl="sibTrans2D1" presStyleIdx="2" presStyleCnt="13"/>
      <dgm:spPr/>
    </dgm:pt>
    <dgm:pt modelId="{21CFCF18-FAC2-4DC1-B613-E3E13C398DE6}" type="pres">
      <dgm:prSet presAssocID="{3DEBDC02-698D-4885-912F-9F8E2767C27B}" presName="connectorText" presStyleLbl="sibTrans2D1" presStyleIdx="2" presStyleCnt="13"/>
      <dgm:spPr/>
    </dgm:pt>
    <dgm:pt modelId="{9ED77CB8-7337-4640-BA0D-EF7FF0764B5A}" type="pres">
      <dgm:prSet presAssocID="{71182CCE-5AD7-498F-B34E-35FF9D25F653}" presName="node" presStyleLbl="node1" presStyleIdx="3" presStyleCnt="14">
        <dgm:presLayoutVars>
          <dgm:bulletEnabled val="1"/>
        </dgm:presLayoutVars>
      </dgm:prSet>
      <dgm:spPr/>
    </dgm:pt>
    <dgm:pt modelId="{3497627B-D871-4F53-9EF6-5C686E96AE20}" type="pres">
      <dgm:prSet presAssocID="{D0658AC8-0BCE-4BDC-A3C4-8317110ABE54}" presName="sibTrans" presStyleLbl="sibTrans2D1" presStyleIdx="3" presStyleCnt="13"/>
      <dgm:spPr/>
    </dgm:pt>
    <dgm:pt modelId="{E55FB832-DB04-48DA-A8BC-E1411F3F914D}" type="pres">
      <dgm:prSet presAssocID="{D0658AC8-0BCE-4BDC-A3C4-8317110ABE54}" presName="connectorText" presStyleLbl="sibTrans2D1" presStyleIdx="3" presStyleCnt="13"/>
      <dgm:spPr/>
    </dgm:pt>
    <dgm:pt modelId="{101C2011-F4E9-4D07-B415-DA7FD94A3A30}" type="pres">
      <dgm:prSet presAssocID="{1B17BD64-429E-4CFB-8E0C-6CE5A7D79718}" presName="node" presStyleLbl="node1" presStyleIdx="4" presStyleCnt="14">
        <dgm:presLayoutVars>
          <dgm:bulletEnabled val="1"/>
        </dgm:presLayoutVars>
      </dgm:prSet>
      <dgm:spPr/>
    </dgm:pt>
    <dgm:pt modelId="{08C4C17A-31BE-4598-B14A-5F755DED3E15}" type="pres">
      <dgm:prSet presAssocID="{A0718AE9-4D0E-4407-8AB1-759B8D224E14}" presName="sibTrans" presStyleLbl="sibTrans2D1" presStyleIdx="4" presStyleCnt="13"/>
      <dgm:spPr/>
    </dgm:pt>
    <dgm:pt modelId="{5D01D233-B462-48D8-8CC8-061F5564B4FD}" type="pres">
      <dgm:prSet presAssocID="{A0718AE9-4D0E-4407-8AB1-759B8D224E14}" presName="connectorText" presStyleLbl="sibTrans2D1" presStyleIdx="4" presStyleCnt="13"/>
      <dgm:spPr/>
    </dgm:pt>
    <dgm:pt modelId="{288E6384-87EB-4913-BB37-69B08B6E3F99}" type="pres">
      <dgm:prSet presAssocID="{832AF23F-A8D6-483D-AF3C-61F389A6434F}" presName="node" presStyleLbl="node1" presStyleIdx="5" presStyleCnt="14">
        <dgm:presLayoutVars>
          <dgm:bulletEnabled val="1"/>
        </dgm:presLayoutVars>
      </dgm:prSet>
      <dgm:spPr/>
    </dgm:pt>
    <dgm:pt modelId="{1AA15159-10EC-4F27-986F-9439E3C96F87}" type="pres">
      <dgm:prSet presAssocID="{AB6A1E0F-CC6A-4BD0-9274-758A4053CA06}" presName="sibTrans" presStyleLbl="sibTrans2D1" presStyleIdx="5" presStyleCnt="13"/>
      <dgm:spPr/>
    </dgm:pt>
    <dgm:pt modelId="{59638900-E89D-46C1-AF74-24E86FA67F83}" type="pres">
      <dgm:prSet presAssocID="{AB6A1E0F-CC6A-4BD0-9274-758A4053CA06}" presName="connectorText" presStyleLbl="sibTrans2D1" presStyleIdx="5" presStyleCnt="13"/>
      <dgm:spPr/>
    </dgm:pt>
    <dgm:pt modelId="{300FE987-9A49-44CD-A9C1-0CAD00627CBA}" type="pres">
      <dgm:prSet presAssocID="{C8CF2A0F-2875-4E2E-8C83-6E9E1678E450}" presName="node" presStyleLbl="node1" presStyleIdx="6" presStyleCnt="14">
        <dgm:presLayoutVars>
          <dgm:bulletEnabled val="1"/>
        </dgm:presLayoutVars>
      </dgm:prSet>
      <dgm:spPr/>
    </dgm:pt>
    <dgm:pt modelId="{DC3AE484-41F7-49A8-9E15-667755984E34}" type="pres">
      <dgm:prSet presAssocID="{B01F4FDE-D25C-4DEF-835D-6322D1928F37}" presName="sibTrans" presStyleLbl="sibTrans2D1" presStyleIdx="6" presStyleCnt="13"/>
      <dgm:spPr/>
    </dgm:pt>
    <dgm:pt modelId="{F7180013-3BDF-4149-AA80-293FF4037587}" type="pres">
      <dgm:prSet presAssocID="{B01F4FDE-D25C-4DEF-835D-6322D1928F37}" presName="connectorText" presStyleLbl="sibTrans2D1" presStyleIdx="6" presStyleCnt="13"/>
      <dgm:spPr/>
    </dgm:pt>
    <dgm:pt modelId="{2A94AB94-D086-4BE8-A3E1-7AE00F6D366A}" type="pres">
      <dgm:prSet presAssocID="{80D914F2-F630-4294-B7C6-1294217AEA5B}" presName="node" presStyleLbl="node1" presStyleIdx="7" presStyleCnt="14">
        <dgm:presLayoutVars>
          <dgm:bulletEnabled val="1"/>
        </dgm:presLayoutVars>
      </dgm:prSet>
      <dgm:spPr/>
    </dgm:pt>
    <dgm:pt modelId="{D78C9A4B-174B-4141-BA8C-30189F735924}" type="pres">
      <dgm:prSet presAssocID="{9AFA8CAD-B238-452D-AD9A-D093515C3344}" presName="sibTrans" presStyleLbl="sibTrans2D1" presStyleIdx="7" presStyleCnt="13"/>
      <dgm:spPr/>
    </dgm:pt>
    <dgm:pt modelId="{64D719CE-DA76-4B2E-9D7A-25905E756B44}" type="pres">
      <dgm:prSet presAssocID="{9AFA8CAD-B238-452D-AD9A-D093515C3344}" presName="connectorText" presStyleLbl="sibTrans2D1" presStyleIdx="7" presStyleCnt="13"/>
      <dgm:spPr/>
    </dgm:pt>
    <dgm:pt modelId="{8632F371-6590-4631-A973-853BC9D0D84F}" type="pres">
      <dgm:prSet presAssocID="{877094EB-BB8D-4C4E-8F13-3DD2F851F43D}" presName="node" presStyleLbl="node1" presStyleIdx="8" presStyleCnt="14">
        <dgm:presLayoutVars>
          <dgm:bulletEnabled val="1"/>
        </dgm:presLayoutVars>
      </dgm:prSet>
      <dgm:spPr/>
    </dgm:pt>
    <dgm:pt modelId="{54AA6852-93B6-4C67-B08A-1051BEE1E49C}" type="pres">
      <dgm:prSet presAssocID="{1512B22F-6BB0-48B5-86D0-5A2FBC25AF3D}" presName="sibTrans" presStyleLbl="sibTrans2D1" presStyleIdx="8" presStyleCnt="13"/>
      <dgm:spPr/>
    </dgm:pt>
    <dgm:pt modelId="{E689678F-31D1-4302-92A6-B76CB5E2173B}" type="pres">
      <dgm:prSet presAssocID="{1512B22F-6BB0-48B5-86D0-5A2FBC25AF3D}" presName="connectorText" presStyleLbl="sibTrans2D1" presStyleIdx="8" presStyleCnt="13"/>
      <dgm:spPr/>
    </dgm:pt>
    <dgm:pt modelId="{6CDAA061-6A3F-462C-B66C-D1C56CB42158}" type="pres">
      <dgm:prSet presAssocID="{2DB978F3-B190-4BDF-9DA4-6844EF03A57D}" presName="node" presStyleLbl="node1" presStyleIdx="9" presStyleCnt="14">
        <dgm:presLayoutVars>
          <dgm:bulletEnabled val="1"/>
        </dgm:presLayoutVars>
      </dgm:prSet>
      <dgm:spPr/>
    </dgm:pt>
    <dgm:pt modelId="{45AA124E-2066-4A11-995E-FAE3E0AB385F}" type="pres">
      <dgm:prSet presAssocID="{E1F2EF1A-169B-462A-8877-FE0224BBB8D7}" presName="sibTrans" presStyleLbl="sibTrans2D1" presStyleIdx="9" presStyleCnt="13"/>
      <dgm:spPr/>
    </dgm:pt>
    <dgm:pt modelId="{182DC4C7-FE0F-45A6-B131-543B45B31396}" type="pres">
      <dgm:prSet presAssocID="{E1F2EF1A-169B-462A-8877-FE0224BBB8D7}" presName="connectorText" presStyleLbl="sibTrans2D1" presStyleIdx="9" presStyleCnt="13"/>
      <dgm:spPr/>
    </dgm:pt>
    <dgm:pt modelId="{8F72EE68-3042-4764-935D-74BE8C11A0A9}" type="pres">
      <dgm:prSet presAssocID="{F16B1ADE-7D36-464C-B8CD-471EA52733E7}" presName="node" presStyleLbl="node1" presStyleIdx="10" presStyleCnt="14">
        <dgm:presLayoutVars>
          <dgm:bulletEnabled val="1"/>
        </dgm:presLayoutVars>
      </dgm:prSet>
      <dgm:spPr/>
    </dgm:pt>
    <dgm:pt modelId="{1CA94EA3-1614-4FCD-9B52-4614AA9B4ED2}" type="pres">
      <dgm:prSet presAssocID="{63F8D3E6-9E34-4AF4-A64A-236B0436FD4B}" presName="sibTrans" presStyleLbl="sibTrans2D1" presStyleIdx="10" presStyleCnt="13"/>
      <dgm:spPr/>
    </dgm:pt>
    <dgm:pt modelId="{54EAF2B9-4329-4E86-B75F-74FA4023D0D9}" type="pres">
      <dgm:prSet presAssocID="{63F8D3E6-9E34-4AF4-A64A-236B0436FD4B}" presName="connectorText" presStyleLbl="sibTrans2D1" presStyleIdx="10" presStyleCnt="13"/>
      <dgm:spPr/>
    </dgm:pt>
    <dgm:pt modelId="{935C0B7C-F9F6-4F00-9829-B43A31EBC54D}" type="pres">
      <dgm:prSet presAssocID="{B5386AD2-D3E1-4525-AB9D-99EFD42C0F0A}" presName="node" presStyleLbl="node1" presStyleIdx="11" presStyleCnt="14">
        <dgm:presLayoutVars>
          <dgm:bulletEnabled val="1"/>
        </dgm:presLayoutVars>
      </dgm:prSet>
      <dgm:spPr/>
    </dgm:pt>
    <dgm:pt modelId="{9294FA71-4E87-4B44-9304-910FD8D9B3B2}" type="pres">
      <dgm:prSet presAssocID="{A92887EE-985C-430C-BEE1-D8869B947872}" presName="sibTrans" presStyleLbl="sibTrans2D1" presStyleIdx="11" presStyleCnt="13"/>
      <dgm:spPr/>
    </dgm:pt>
    <dgm:pt modelId="{B7F2E80C-CB9A-4C34-BDE8-5A0C8E02DE90}" type="pres">
      <dgm:prSet presAssocID="{A92887EE-985C-430C-BEE1-D8869B947872}" presName="connectorText" presStyleLbl="sibTrans2D1" presStyleIdx="11" presStyleCnt="13"/>
      <dgm:spPr/>
    </dgm:pt>
    <dgm:pt modelId="{39D32EA7-6FC5-4879-9FE3-EC2FB2553215}" type="pres">
      <dgm:prSet presAssocID="{BD952FA8-7A60-463A-8D93-03FD37488B3F}" presName="node" presStyleLbl="node1" presStyleIdx="12" presStyleCnt="14">
        <dgm:presLayoutVars>
          <dgm:bulletEnabled val="1"/>
        </dgm:presLayoutVars>
      </dgm:prSet>
      <dgm:spPr/>
    </dgm:pt>
    <dgm:pt modelId="{099CBC29-F179-441A-A7FB-720E1306BCCA}" type="pres">
      <dgm:prSet presAssocID="{8166383A-2694-4F1A-ABB6-5D7E70D43717}" presName="sibTrans" presStyleLbl="sibTrans2D1" presStyleIdx="12" presStyleCnt="13"/>
      <dgm:spPr/>
    </dgm:pt>
    <dgm:pt modelId="{89BC96B3-AECF-49FD-B249-8BA9F1655C52}" type="pres">
      <dgm:prSet presAssocID="{8166383A-2694-4F1A-ABB6-5D7E70D43717}" presName="connectorText" presStyleLbl="sibTrans2D1" presStyleIdx="12" presStyleCnt="13"/>
      <dgm:spPr/>
    </dgm:pt>
    <dgm:pt modelId="{6D12F8D0-38BA-4E2F-9C9C-7611DB6F54B6}" type="pres">
      <dgm:prSet presAssocID="{2D3DBE87-2A27-4BE8-BCF0-70063CF0FFC5}" presName="node" presStyleLbl="node1" presStyleIdx="13" presStyleCnt="14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5C429802-0FA8-4823-9E37-486B43C50BBD}" srcId="{DD126A9C-E88C-4D22-9CCD-4320E592D899}" destId="{2D3DBE87-2A27-4BE8-BCF0-70063CF0FFC5}" srcOrd="13" destOrd="0" parTransId="{7D6B20BA-225E-45E8-A332-EDBD4BA335C4}" sibTransId="{D294481A-3FCB-4B8D-8E09-35143E91B827}"/>
    <dgm:cxn modelId="{595B7A09-21B2-482E-91CD-06AEB73341C5}" srcId="{DD126A9C-E88C-4D22-9CCD-4320E592D899}" destId="{1C01E94A-ACE6-47D6-8A91-20FCC3E9DCDA}" srcOrd="1" destOrd="0" parTransId="{A35A0C4B-5D0A-42C3-8959-A87EB70043F9}" sibTransId="{025B3BE1-C5D3-4747-8EDF-0DE7D620BF28}"/>
    <dgm:cxn modelId="{6FC83A0B-85D9-4840-8D57-F7C778CF6BE3}" type="presOf" srcId="{9AFA8CAD-B238-452D-AD9A-D093515C3344}" destId="{64D719CE-DA76-4B2E-9D7A-25905E756B44}" srcOrd="1" destOrd="0" presId="urn:microsoft.com/office/officeart/2005/8/layout/process5"/>
    <dgm:cxn modelId="{B013CA12-66DB-489F-84E4-488A277EEF11}" type="presOf" srcId="{DBB896EF-5E79-4B16-8C34-6158EF69AAC9}" destId="{40FF7B70-ABED-4B2A-BB64-D5AD717D36A7}" srcOrd="0" destOrd="0" presId="urn:microsoft.com/office/officeart/2005/8/layout/process5"/>
    <dgm:cxn modelId="{EF615213-06AF-4556-8FC7-AD809AC91849}" type="presOf" srcId="{D0658AC8-0BCE-4BDC-A3C4-8317110ABE54}" destId="{3497627B-D871-4F53-9EF6-5C686E96AE20}" srcOrd="0" destOrd="0" presId="urn:microsoft.com/office/officeart/2005/8/layout/process5"/>
    <dgm:cxn modelId="{7E6F5D15-207A-42CE-BC02-961979633499}" type="presOf" srcId="{A0718AE9-4D0E-4407-8AB1-759B8D224E14}" destId="{08C4C17A-31BE-4598-B14A-5F755DED3E15}" srcOrd="0" destOrd="0" presId="urn:microsoft.com/office/officeart/2005/8/layout/process5"/>
    <dgm:cxn modelId="{7EFDFB16-96B6-412A-A479-D588DE67875F}" type="presOf" srcId="{E1F2EF1A-169B-462A-8877-FE0224BBB8D7}" destId="{45AA124E-2066-4A11-995E-FAE3E0AB385F}" srcOrd="0" destOrd="0" presId="urn:microsoft.com/office/officeart/2005/8/layout/process5"/>
    <dgm:cxn modelId="{E3E30018-CCC4-467A-BF3D-BEB78AD4AADF}" type="presOf" srcId="{CDF25A31-FA33-4072-97E5-3B878BE39183}" destId="{6CDAA061-6A3F-462C-B66C-D1C56CB42158}" srcOrd="0" destOrd="1" presId="urn:microsoft.com/office/officeart/2005/8/layout/process5"/>
    <dgm:cxn modelId="{B0EF331B-70B8-469A-8C37-FF9BFF51C8F1}" type="presOf" srcId="{025B3BE1-C5D3-4747-8EDF-0DE7D620BF28}" destId="{6363279E-09AE-4BF5-874E-6E7BEF4919C6}" srcOrd="1" destOrd="0" presId="urn:microsoft.com/office/officeart/2005/8/layout/process5"/>
    <dgm:cxn modelId="{E54B611F-131E-4549-9FBC-31C21EAA7CC1}" srcId="{DD126A9C-E88C-4D22-9CCD-4320E592D899}" destId="{82319D2B-A172-4612-BC95-DE344341D721}" srcOrd="2" destOrd="0" parTransId="{1FE42FC7-7980-4E45-95A3-A5DCC918001D}" sibTransId="{3DEBDC02-698D-4885-912F-9F8E2767C27B}"/>
    <dgm:cxn modelId="{C8DBBA20-A9E8-420F-A840-61E3A6570832}" type="presOf" srcId="{B01F4FDE-D25C-4DEF-835D-6322D1928F37}" destId="{DC3AE484-41F7-49A8-9E15-667755984E34}" srcOrd="0" destOrd="0" presId="urn:microsoft.com/office/officeart/2005/8/layout/process5"/>
    <dgm:cxn modelId="{30733121-A7CB-42EB-AAAA-E2BFB8302161}" type="presOf" srcId="{D0658AC8-0BCE-4BDC-A3C4-8317110ABE54}" destId="{E55FB832-DB04-48DA-A8BC-E1411F3F914D}" srcOrd="1" destOrd="0" presId="urn:microsoft.com/office/officeart/2005/8/layout/process5"/>
    <dgm:cxn modelId="{7D294C22-5943-436E-8430-06D490D04E17}" srcId="{DD126A9C-E88C-4D22-9CCD-4320E592D899}" destId="{FF85D388-77F7-4AAF-B366-EA3D31AB1A79}" srcOrd="0" destOrd="0" parTransId="{E4452853-3E30-43E0-80F1-606746023EF1}" sibTransId="{DBB896EF-5E79-4B16-8C34-6158EF69AAC9}"/>
    <dgm:cxn modelId="{EDF54426-68AA-4CEB-8E0D-7503B88C3142}" type="presOf" srcId="{2D3DBE87-2A27-4BE8-BCF0-70063CF0FFC5}" destId="{6D12F8D0-38BA-4E2F-9C9C-7611DB6F54B6}" srcOrd="0" destOrd="0" presId="urn:microsoft.com/office/officeart/2005/8/layout/process5"/>
    <dgm:cxn modelId="{1BFC4D26-A446-4A9A-993B-9820757BB0EC}" type="presOf" srcId="{3DEBDC02-698D-4885-912F-9F8E2767C27B}" destId="{ABBB02B6-CC55-4C7B-95ED-881590A8D384}" srcOrd="0" destOrd="0" presId="urn:microsoft.com/office/officeart/2005/8/layout/process5"/>
    <dgm:cxn modelId="{48692127-B8EB-41F3-B45A-77B5376513DD}" srcId="{80D914F2-F630-4294-B7C6-1294217AEA5B}" destId="{F395E3CE-256F-4DD0-9FBB-71BEF8A24F3D}" srcOrd="0" destOrd="0" parTransId="{1A73342F-8E38-459A-B955-F96E57C623A3}" sibTransId="{9B997947-4D42-4E64-855B-C056A0A7D9EE}"/>
    <dgm:cxn modelId="{70C72F30-2F84-469B-9C74-CC5EA036DA9B}" type="presOf" srcId="{A0718AE9-4D0E-4407-8AB1-759B8D224E14}" destId="{5D01D233-B462-48D8-8CC8-061F5564B4FD}" srcOrd="1" destOrd="0" presId="urn:microsoft.com/office/officeart/2005/8/layout/process5"/>
    <dgm:cxn modelId="{2D37EE30-0D1B-468B-B3FD-2E9BB7A32CB5}" type="presOf" srcId="{AB6A1E0F-CC6A-4BD0-9274-758A4053CA06}" destId="{59638900-E89D-46C1-AF74-24E86FA67F83}" srcOrd="1" destOrd="0" presId="urn:microsoft.com/office/officeart/2005/8/layout/process5"/>
    <dgm:cxn modelId="{23D8A738-3868-46E4-AA76-C1A191CC01E1}" type="presOf" srcId="{F395E3CE-256F-4DD0-9FBB-71BEF8A24F3D}" destId="{2A94AB94-D086-4BE8-A3E1-7AE00F6D366A}" srcOrd="0" destOrd="1" presId="urn:microsoft.com/office/officeart/2005/8/layout/process5"/>
    <dgm:cxn modelId="{E337B73E-842B-48D5-905F-F9913877D9F6}" srcId="{DD126A9C-E88C-4D22-9CCD-4320E592D899}" destId="{80D914F2-F630-4294-B7C6-1294217AEA5B}" srcOrd="7" destOrd="0" parTransId="{85EEAC06-E374-4801-88F9-C815ED6DFD27}" sibTransId="{9AFA8CAD-B238-452D-AD9A-D093515C3344}"/>
    <dgm:cxn modelId="{47CC3F5B-CE7F-4685-9A1E-ED4F18593C73}" srcId="{DD126A9C-E88C-4D22-9CCD-4320E592D899}" destId="{F16B1ADE-7D36-464C-B8CD-471EA52733E7}" srcOrd="10" destOrd="0" parTransId="{0FA9299D-231A-49C8-B5AC-1C023B3B01B4}" sibTransId="{63F8D3E6-9E34-4AF4-A64A-236B0436FD4B}"/>
    <dgm:cxn modelId="{5EF4CF5C-2ECA-4322-ABF6-154BA4DA29CA}" type="presOf" srcId="{82319D2B-A172-4612-BC95-DE344341D721}" destId="{95C284DF-0789-4B76-9C1B-6315BCA0D63E}" srcOrd="0" destOrd="0" presId="urn:microsoft.com/office/officeart/2005/8/layout/process5"/>
    <dgm:cxn modelId="{926BCA44-D72A-468B-8DC8-55908347828F}" srcId="{DD126A9C-E88C-4D22-9CCD-4320E592D899}" destId="{B5386AD2-D3E1-4525-AB9D-99EFD42C0F0A}" srcOrd="11" destOrd="0" parTransId="{D23A9D8D-6656-4B6D-AE18-589E86CFD679}" sibTransId="{A92887EE-985C-430C-BEE1-D8869B947872}"/>
    <dgm:cxn modelId="{4503E264-4136-458A-987B-A7F8A87FCF9F}" type="presOf" srcId="{B5386AD2-D3E1-4525-AB9D-99EFD42C0F0A}" destId="{935C0B7C-F9F6-4F00-9829-B43A31EBC54D}" srcOrd="0" destOrd="0" presId="urn:microsoft.com/office/officeart/2005/8/layout/process5"/>
    <dgm:cxn modelId="{23831345-E12B-4690-9D52-6AE81580A53E}" srcId="{DD126A9C-E88C-4D22-9CCD-4320E592D899}" destId="{71182CCE-5AD7-498F-B34E-35FF9D25F653}" srcOrd="3" destOrd="0" parTransId="{3A15D0EA-AF92-45A0-BE48-DB992B356CF5}" sibTransId="{D0658AC8-0BCE-4BDC-A3C4-8317110ABE54}"/>
    <dgm:cxn modelId="{E882B268-B99C-4935-8B70-6571311A9AA9}" type="presOf" srcId="{9AFA8CAD-B238-452D-AD9A-D093515C3344}" destId="{D78C9A4B-174B-4141-BA8C-30189F735924}" srcOrd="0" destOrd="0" presId="urn:microsoft.com/office/officeart/2005/8/layout/process5"/>
    <dgm:cxn modelId="{DE5F886A-3D3E-42DA-A5FF-451DC6868F8F}" type="presOf" srcId="{71182CCE-5AD7-498F-B34E-35FF9D25F653}" destId="{9ED77CB8-7337-4640-BA0D-EF7FF0764B5A}" srcOrd="0" destOrd="0" presId="urn:microsoft.com/office/officeart/2005/8/layout/process5"/>
    <dgm:cxn modelId="{32192F51-828F-45A2-988A-7692B3C02066}" srcId="{832AF23F-A8D6-483D-AF3C-61F389A6434F}" destId="{BE993E54-6003-420B-B087-C5D9C62E328F}" srcOrd="0" destOrd="0" parTransId="{F8EC51AE-2AA6-41E8-85D6-62F51E687D09}" sibTransId="{42331735-B311-443E-82B2-FB4267D3173B}"/>
    <dgm:cxn modelId="{ED32B353-50CC-41F9-A6AB-AFD249EA49E6}" type="presOf" srcId="{FF85D388-77F7-4AAF-B366-EA3D31AB1A79}" destId="{28EF39EB-4A5C-4EC2-A6B5-83144FCCA23A}" srcOrd="0" destOrd="0" presId="urn:microsoft.com/office/officeart/2005/8/layout/process5"/>
    <dgm:cxn modelId="{2009A275-FCE0-4DAB-BF3C-5DFA424A243B}" type="presOf" srcId="{DD126A9C-E88C-4D22-9CCD-4320E592D899}" destId="{C0729096-A685-4B56-8FB5-2340D286F558}" srcOrd="0" destOrd="0" presId="urn:microsoft.com/office/officeart/2005/8/layout/process5"/>
    <dgm:cxn modelId="{39749179-DD7D-44E0-BD21-9DD3AB68F8D2}" type="presOf" srcId="{AB6A1E0F-CC6A-4BD0-9274-758A4053CA06}" destId="{1AA15159-10EC-4F27-986F-9439E3C96F87}" srcOrd="0" destOrd="0" presId="urn:microsoft.com/office/officeart/2005/8/layout/process5"/>
    <dgm:cxn modelId="{FB9DB959-0989-4390-8AF8-F9FC5A08FFF7}" type="presOf" srcId="{92DE009E-D325-45FF-868F-E0696B4A7C02}" destId="{9ED77CB8-7337-4640-BA0D-EF7FF0764B5A}" srcOrd="0" destOrd="1" presId="urn:microsoft.com/office/officeart/2005/8/layout/process5"/>
    <dgm:cxn modelId="{1118EC7A-02D4-4561-859C-CF30405A6817}" type="presOf" srcId="{C8CF2A0F-2875-4E2E-8C83-6E9E1678E450}" destId="{300FE987-9A49-44CD-A9C1-0CAD00627CBA}" srcOrd="0" destOrd="0" presId="urn:microsoft.com/office/officeart/2005/8/layout/process5"/>
    <dgm:cxn modelId="{B09E0B7B-E1ED-484F-B754-252BA69E87C5}" type="presOf" srcId="{1B17BD64-429E-4CFB-8E0C-6CE5A7D79718}" destId="{101C2011-F4E9-4D07-B415-DA7FD94A3A30}" srcOrd="0" destOrd="0" presId="urn:microsoft.com/office/officeart/2005/8/layout/process5"/>
    <dgm:cxn modelId="{ED90C47E-8B6E-4EF2-A617-88DC37EAF54B}" srcId="{82319D2B-A172-4612-BC95-DE344341D721}" destId="{1DEB68AA-6D26-4AD0-BA23-A5534D093A44}" srcOrd="0" destOrd="0" parTransId="{41D39132-63A8-4B09-86E7-4A97B2E0B676}" sibTransId="{BDE784B3-2EDE-4F24-A2AA-6ECFBAA79BE6}"/>
    <dgm:cxn modelId="{8251D47F-536D-4AF9-BA73-55D7EDDFA17B}" srcId="{DD126A9C-E88C-4D22-9CCD-4320E592D899}" destId="{BD952FA8-7A60-463A-8D93-03FD37488B3F}" srcOrd="12" destOrd="0" parTransId="{B2189505-5CEC-44C6-8035-C25B70C95045}" sibTransId="{8166383A-2694-4F1A-ABB6-5D7E70D43717}"/>
    <dgm:cxn modelId="{AE8CA484-D2AC-434C-9A28-D8F978DE0371}" srcId="{2DB978F3-B190-4BDF-9DA4-6844EF03A57D}" destId="{CDF25A31-FA33-4072-97E5-3B878BE39183}" srcOrd="0" destOrd="0" parTransId="{21E521B5-F48D-4BF6-9B20-B2E9CA6AD8F2}" sibTransId="{7F7288B8-FE4E-46E5-A6B5-F3960E22841C}"/>
    <dgm:cxn modelId="{27DD4D89-6779-4C0C-82ED-BF5C72730D84}" type="presOf" srcId="{3DEBDC02-698D-4885-912F-9F8E2767C27B}" destId="{21CFCF18-FAC2-4DC1-B613-E3E13C398DE6}" srcOrd="1" destOrd="0" presId="urn:microsoft.com/office/officeart/2005/8/layout/process5"/>
    <dgm:cxn modelId="{46D33094-3877-4E52-9A3A-91E8F74193E5}" type="presOf" srcId="{F16B1ADE-7D36-464C-B8CD-471EA52733E7}" destId="{8F72EE68-3042-4764-935D-74BE8C11A0A9}" srcOrd="0" destOrd="0" presId="urn:microsoft.com/office/officeart/2005/8/layout/process5"/>
    <dgm:cxn modelId="{97046D94-5283-4A59-896E-12BFAC977A4D}" type="presOf" srcId="{72024574-BECD-4B1C-8147-5A275EB0D555}" destId="{101C2011-F4E9-4D07-B415-DA7FD94A3A30}" srcOrd="0" destOrd="1" presId="urn:microsoft.com/office/officeart/2005/8/layout/process5"/>
    <dgm:cxn modelId="{0BB90995-78D4-4818-913C-3544A8CE3CC8}" srcId="{C8CF2A0F-2875-4E2E-8C83-6E9E1678E450}" destId="{14A583FF-A0AB-4978-B924-6AAFE2F86AEE}" srcOrd="0" destOrd="0" parTransId="{09C02D51-85E2-47DD-9049-733FD439FC1B}" sibTransId="{F329E2CE-7711-4F82-878B-CB9CB07F446F}"/>
    <dgm:cxn modelId="{7D976A95-E63B-452D-9A85-917E2EBB2DFF}" srcId="{877094EB-BB8D-4C4E-8F13-3DD2F851F43D}" destId="{E95BF7EC-9304-48BF-AD58-561C0D75F946}" srcOrd="0" destOrd="0" parTransId="{B6056F10-ECF2-4939-9033-A80517494B64}" sibTransId="{3B31D59F-8853-44B0-8FBA-6297B97039A7}"/>
    <dgm:cxn modelId="{DAA22E98-9AD0-4C2B-BCE6-6C8AFD814ECD}" type="presOf" srcId="{63F8D3E6-9E34-4AF4-A64A-236B0436FD4B}" destId="{1CA94EA3-1614-4FCD-9B52-4614AA9B4ED2}" srcOrd="0" destOrd="0" presId="urn:microsoft.com/office/officeart/2005/8/layout/process5"/>
    <dgm:cxn modelId="{C9E2E498-D217-4AFE-AD3A-3D605B90788D}" type="presOf" srcId="{1512B22F-6BB0-48B5-86D0-5A2FBC25AF3D}" destId="{54AA6852-93B6-4C67-B08A-1051BEE1E49C}" srcOrd="0" destOrd="0" presId="urn:microsoft.com/office/officeart/2005/8/layout/process5"/>
    <dgm:cxn modelId="{95DA529D-D226-420E-83C6-E21730B39A36}" type="presOf" srcId="{DBB896EF-5E79-4B16-8C34-6158EF69AAC9}" destId="{C40DD339-6E21-481D-BFDC-1A954CE5B27F}" srcOrd="1" destOrd="0" presId="urn:microsoft.com/office/officeart/2005/8/layout/process5"/>
    <dgm:cxn modelId="{7DEBA49F-5745-468F-845E-1882C734EBC6}" type="presOf" srcId="{8166383A-2694-4F1A-ABB6-5D7E70D43717}" destId="{099CBC29-F179-441A-A7FB-720E1306BCCA}" srcOrd="0" destOrd="0" presId="urn:microsoft.com/office/officeart/2005/8/layout/process5"/>
    <dgm:cxn modelId="{70FD05A4-638B-43E7-AD44-F494F5FDC777}" srcId="{DD126A9C-E88C-4D22-9CCD-4320E592D899}" destId="{2DB978F3-B190-4BDF-9DA4-6844EF03A57D}" srcOrd="9" destOrd="0" parTransId="{085D077A-B2B4-49D4-8E64-D39446826F09}" sibTransId="{E1F2EF1A-169B-462A-8877-FE0224BBB8D7}"/>
    <dgm:cxn modelId="{DB5156A7-6600-4145-B355-E4B7224D588C}" type="presOf" srcId="{877094EB-BB8D-4C4E-8F13-3DD2F851F43D}" destId="{8632F371-6590-4631-A973-853BC9D0D84F}" srcOrd="0" destOrd="0" presId="urn:microsoft.com/office/officeart/2005/8/layout/process5"/>
    <dgm:cxn modelId="{CB3C8FA9-3196-403C-A1CF-862606C57E6D}" type="presOf" srcId="{BD952FA8-7A60-463A-8D93-03FD37488B3F}" destId="{39D32EA7-6FC5-4879-9FE3-EC2FB2553215}" srcOrd="0" destOrd="0" presId="urn:microsoft.com/office/officeart/2005/8/layout/process5"/>
    <dgm:cxn modelId="{3F868AAB-3E51-41FF-A87D-0A88D74C2F8C}" srcId="{DD126A9C-E88C-4D22-9CCD-4320E592D899}" destId="{1B17BD64-429E-4CFB-8E0C-6CE5A7D79718}" srcOrd="4" destOrd="0" parTransId="{7670B73C-B4A0-4EAB-B54B-BF185FD1F2A3}" sibTransId="{A0718AE9-4D0E-4407-8AB1-759B8D224E14}"/>
    <dgm:cxn modelId="{6790F1B0-EA44-415C-AA43-4F31372BF6D2}" type="presOf" srcId="{025B3BE1-C5D3-4747-8EDF-0DE7D620BF28}" destId="{E06508E0-B06F-41F0-8B60-73776ADC8B3F}" srcOrd="0" destOrd="0" presId="urn:microsoft.com/office/officeart/2005/8/layout/process5"/>
    <dgm:cxn modelId="{AA3CD9B2-9B6F-488E-AC90-1058E622D9A5}" type="presOf" srcId="{1512B22F-6BB0-48B5-86D0-5A2FBC25AF3D}" destId="{E689678F-31D1-4302-92A6-B76CB5E2173B}" srcOrd="1" destOrd="0" presId="urn:microsoft.com/office/officeart/2005/8/layout/process5"/>
    <dgm:cxn modelId="{8CA3FFB4-C251-40FF-8148-FCF91C58F9F8}" srcId="{DD126A9C-E88C-4D22-9CCD-4320E592D899}" destId="{C8CF2A0F-2875-4E2E-8C83-6E9E1678E450}" srcOrd="6" destOrd="0" parTransId="{591F334E-ADFA-47BF-868B-D70BEE6E0715}" sibTransId="{B01F4FDE-D25C-4DEF-835D-6322D1928F37}"/>
    <dgm:cxn modelId="{5D3AFEB5-2A55-4DAB-8F41-3E0220B682C4}" type="presOf" srcId="{2DB978F3-B190-4BDF-9DA4-6844EF03A57D}" destId="{6CDAA061-6A3F-462C-B66C-D1C56CB42158}" srcOrd="0" destOrd="0" presId="urn:microsoft.com/office/officeart/2005/8/layout/process5"/>
    <dgm:cxn modelId="{200EF8B9-D5DA-4251-B218-7B965C3D9F7F}" type="presOf" srcId="{1C01E94A-ACE6-47D6-8A91-20FCC3E9DCDA}" destId="{CD014A1E-0ED8-420B-B53E-2A5E8A4BEF0C}" srcOrd="0" destOrd="0" presId="urn:microsoft.com/office/officeart/2005/8/layout/process5"/>
    <dgm:cxn modelId="{180D94C4-4DF6-455A-8F21-87185957E440}" type="presOf" srcId="{E1F2EF1A-169B-462A-8877-FE0224BBB8D7}" destId="{182DC4C7-FE0F-45A6-B131-543B45B31396}" srcOrd="1" destOrd="0" presId="urn:microsoft.com/office/officeart/2005/8/layout/process5"/>
    <dgm:cxn modelId="{DD103FCB-7796-499D-9CB9-F6F475F4AC57}" srcId="{DD126A9C-E88C-4D22-9CCD-4320E592D899}" destId="{832AF23F-A8D6-483D-AF3C-61F389A6434F}" srcOrd="5" destOrd="0" parTransId="{FF3AF065-A249-444B-B826-BA25DDC86BDC}" sibTransId="{AB6A1E0F-CC6A-4BD0-9274-758A4053CA06}"/>
    <dgm:cxn modelId="{88FD16D1-8C07-4EDC-BE14-68BCC4BCF0A9}" type="presOf" srcId="{80D914F2-F630-4294-B7C6-1294217AEA5B}" destId="{2A94AB94-D086-4BE8-A3E1-7AE00F6D366A}" srcOrd="0" destOrd="0" presId="urn:microsoft.com/office/officeart/2005/8/layout/process5"/>
    <dgm:cxn modelId="{E7F5D0D1-492C-4936-87AA-BA9FEC6D76EF}" type="presOf" srcId="{8166383A-2694-4F1A-ABB6-5D7E70D43717}" destId="{89BC96B3-AECF-49FD-B249-8BA9F1655C52}" srcOrd="1" destOrd="0" presId="urn:microsoft.com/office/officeart/2005/8/layout/process5"/>
    <dgm:cxn modelId="{C0F4F5D6-CC13-4C59-8A95-52CD63CA4606}" type="presOf" srcId="{1DEB68AA-6D26-4AD0-BA23-A5534D093A44}" destId="{95C284DF-0789-4B76-9C1B-6315BCA0D63E}" srcOrd="0" destOrd="1" presId="urn:microsoft.com/office/officeart/2005/8/layout/process5"/>
    <dgm:cxn modelId="{F25771DA-D411-4A42-8FBF-1B7A4EEFEFFF}" type="presOf" srcId="{E95BF7EC-9304-48BF-AD58-561C0D75F946}" destId="{8632F371-6590-4631-A973-853BC9D0D84F}" srcOrd="0" destOrd="1" presId="urn:microsoft.com/office/officeart/2005/8/layout/process5"/>
    <dgm:cxn modelId="{D9855FDC-527C-41A9-8A91-98425F92B139}" type="presOf" srcId="{63F8D3E6-9E34-4AF4-A64A-236B0436FD4B}" destId="{54EAF2B9-4329-4E86-B75F-74FA4023D0D9}" srcOrd="1" destOrd="0" presId="urn:microsoft.com/office/officeart/2005/8/layout/process5"/>
    <dgm:cxn modelId="{3F8768DC-B165-4037-A230-2F220CF5130C}" type="presOf" srcId="{BE993E54-6003-420B-B087-C5D9C62E328F}" destId="{288E6384-87EB-4913-BB37-69B08B6E3F99}" srcOrd="0" destOrd="1" presId="urn:microsoft.com/office/officeart/2005/8/layout/process5"/>
    <dgm:cxn modelId="{02824CDD-AA82-4877-9D09-26CA048DED38}" type="presOf" srcId="{832AF23F-A8D6-483D-AF3C-61F389A6434F}" destId="{288E6384-87EB-4913-BB37-69B08B6E3F99}" srcOrd="0" destOrd="0" presId="urn:microsoft.com/office/officeart/2005/8/layout/process5"/>
    <dgm:cxn modelId="{181ECEE6-9582-417F-B880-861986E60C26}" type="presOf" srcId="{14A583FF-A0AB-4978-B924-6AAFE2F86AEE}" destId="{300FE987-9A49-44CD-A9C1-0CAD00627CBA}" srcOrd="0" destOrd="1" presId="urn:microsoft.com/office/officeart/2005/8/layout/process5"/>
    <dgm:cxn modelId="{43FEA1EC-DC4B-4F78-92A3-58885011B9BB}" srcId="{1B17BD64-429E-4CFB-8E0C-6CE5A7D79718}" destId="{72024574-BECD-4B1C-8147-5A275EB0D555}" srcOrd="0" destOrd="0" parTransId="{9E2B7ED6-818F-409A-A5B9-E83329809B8E}" sibTransId="{D972C77C-1E91-44C5-994F-359DBB6D91FA}"/>
    <dgm:cxn modelId="{239106EF-72DD-432A-9044-077C22B9C7CA}" type="presOf" srcId="{A92887EE-985C-430C-BEE1-D8869B947872}" destId="{9294FA71-4E87-4B44-9304-910FD8D9B3B2}" srcOrd="0" destOrd="0" presId="urn:microsoft.com/office/officeart/2005/8/layout/process5"/>
    <dgm:cxn modelId="{1DB715F3-041D-425C-A7FA-273143E660A3}" srcId="{71182CCE-5AD7-498F-B34E-35FF9D25F653}" destId="{92DE009E-D325-45FF-868F-E0696B4A7C02}" srcOrd="0" destOrd="0" parTransId="{EDE35F24-35BC-4B09-AF67-A9CCC7845A50}" sibTransId="{3CF5A384-8416-4153-BF7F-DB821DC4B169}"/>
    <dgm:cxn modelId="{B75220F3-E1D6-4B20-B894-11471F232B57}" type="presOf" srcId="{B01F4FDE-D25C-4DEF-835D-6322D1928F37}" destId="{F7180013-3BDF-4149-AA80-293FF4037587}" srcOrd="1" destOrd="0" presId="urn:microsoft.com/office/officeart/2005/8/layout/process5"/>
    <dgm:cxn modelId="{F81677F7-FFAD-42C9-AAFD-A59C61FFE6CB}" type="presOf" srcId="{A92887EE-985C-430C-BEE1-D8869B947872}" destId="{B7F2E80C-CB9A-4C34-BDE8-5A0C8E02DE90}" srcOrd="1" destOrd="0" presId="urn:microsoft.com/office/officeart/2005/8/layout/process5"/>
    <dgm:cxn modelId="{1C582DFC-EBF6-434A-BF27-7CB6B82DAA24}" srcId="{DD126A9C-E88C-4D22-9CCD-4320E592D899}" destId="{877094EB-BB8D-4C4E-8F13-3DD2F851F43D}" srcOrd="8" destOrd="0" parTransId="{5E4A4E55-B2BB-4A1D-81D5-8491CB97B1CD}" sibTransId="{1512B22F-6BB0-48B5-86D0-5A2FBC25AF3D}"/>
    <dgm:cxn modelId="{B084039E-FA3A-4C68-99F7-BB523195F64D}" type="presParOf" srcId="{C0729096-A685-4B56-8FB5-2340D286F558}" destId="{28EF39EB-4A5C-4EC2-A6B5-83144FCCA23A}" srcOrd="0" destOrd="0" presId="urn:microsoft.com/office/officeart/2005/8/layout/process5"/>
    <dgm:cxn modelId="{CBCC3139-40FF-420B-9573-2DCA5FAAF9AA}" type="presParOf" srcId="{C0729096-A685-4B56-8FB5-2340D286F558}" destId="{40FF7B70-ABED-4B2A-BB64-D5AD717D36A7}" srcOrd="1" destOrd="0" presId="urn:microsoft.com/office/officeart/2005/8/layout/process5"/>
    <dgm:cxn modelId="{5FFCB9D5-ED5B-4C10-8C5A-0DC43C630C26}" type="presParOf" srcId="{40FF7B70-ABED-4B2A-BB64-D5AD717D36A7}" destId="{C40DD339-6E21-481D-BFDC-1A954CE5B27F}" srcOrd="0" destOrd="0" presId="urn:microsoft.com/office/officeart/2005/8/layout/process5"/>
    <dgm:cxn modelId="{FC90CA77-924E-4E10-A1F9-3126246D5EFD}" type="presParOf" srcId="{C0729096-A685-4B56-8FB5-2340D286F558}" destId="{CD014A1E-0ED8-420B-B53E-2A5E8A4BEF0C}" srcOrd="2" destOrd="0" presId="urn:microsoft.com/office/officeart/2005/8/layout/process5"/>
    <dgm:cxn modelId="{2552FC4D-018A-4014-8665-95085688E3ED}" type="presParOf" srcId="{C0729096-A685-4B56-8FB5-2340D286F558}" destId="{E06508E0-B06F-41F0-8B60-73776ADC8B3F}" srcOrd="3" destOrd="0" presId="urn:microsoft.com/office/officeart/2005/8/layout/process5"/>
    <dgm:cxn modelId="{3464A1A0-3FD2-4DD1-841D-3E46E543D857}" type="presParOf" srcId="{E06508E0-B06F-41F0-8B60-73776ADC8B3F}" destId="{6363279E-09AE-4BF5-874E-6E7BEF4919C6}" srcOrd="0" destOrd="0" presId="urn:microsoft.com/office/officeart/2005/8/layout/process5"/>
    <dgm:cxn modelId="{BADF7DB0-A3C1-41B7-9EB9-4427A6ABAF65}" type="presParOf" srcId="{C0729096-A685-4B56-8FB5-2340D286F558}" destId="{95C284DF-0789-4B76-9C1B-6315BCA0D63E}" srcOrd="4" destOrd="0" presId="urn:microsoft.com/office/officeart/2005/8/layout/process5"/>
    <dgm:cxn modelId="{1343DFAF-B0DA-4AA7-9F75-8A7410C56E43}" type="presParOf" srcId="{C0729096-A685-4B56-8FB5-2340D286F558}" destId="{ABBB02B6-CC55-4C7B-95ED-881590A8D384}" srcOrd="5" destOrd="0" presId="urn:microsoft.com/office/officeart/2005/8/layout/process5"/>
    <dgm:cxn modelId="{5957F98B-E68C-4F10-8462-BE61EE469AD4}" type="presParOf" srcId="{ABBB02B6-CC55-4C7B-95ED-881590A8D384}" destId="{21CFCF18-FAC2-4DC1-B613-E3E13C398DE6}" srcOrd="0" destOrd="0" presId="urn:microsoft.com/office/officeart/2005/8/layout/process5"/>
    <dgm:cxn modelId="{2EDF497F-B9B7-4D11-B90B-51CE59C47E05}" type="presParOf" srcId="{C0729096-A685-4B56-8FB5-2340D286F558}" destId="{9ED77CB8-7337-4640-BA0D-EF7FF0764B5A}" srcOrd="6" destOrd="0" presId="urn:microsoft.com/office/officeart/2005/8/layout/process5"/>
    <dgm:cxn modelId="{5BF4808B-FAAB-4129-A3E6-02EC163D1309}" type="presParOf" srcId="{C0729096-A685-4B56-8FB5-2340D286F558}" destId="{3497627B-D871-4F53-9EF6-5C686E96AE20}" srcOrd="7" destOrd="0" presId="urn:microsoft.com/office/officeart/2005/8/layout/process5"/>
    <dgm:cxn modelId="{CE9047FD-C1FD-4DDD-9A39-6415FE5667D8}" type="presParOf" srcId="{3497627B-D871-4F53-9EF6-5C686E96AE20}" destId="{E55FB832-DB04-48DA-A8BC-E1411F3F914D}" srcOrd="0" destOrd="0" presId="urn:microsoft.com/office/officeart/2005/8/layout/process5"/>
    <dgm:cxn modelId="{AA98C496-D878-4E80-B35D-D89DD2867BAB}" type="presParOf" srcId="{C0729096-A685-4B56-8FB5-2340D286F558}" destId="{101C2011-F4E9-4D07-B415-DA7FD94A3A30}" srcOrd="8" destOrd="0" presId="urn:microsoft.com/office/officeart/2005/8/layout/process5"/>
    <dgm:cxn modelId="{9514A670-8DBF-492B-B570-CFE50EE8C82B}" type="presParOf" srcId="{C0729096-A685-4B56-8FB5-2340D286F558}" destId="{08C4C17A-31BE-4598-B14A-5F755DED3E15}" srcOrd="9" destOrd="0" presId="urn:microsoft.com/office/officeart/2005/8/layout/process5"/>
    <dgm:cxn modelId="{C4244A7D-9FCA-4D8C-AB68-39F9560C770B}" type="presParOf" srcId="{08C4C17A-31BE-4598-B14A-5F755DED3E15}" destId="{5D01D233-B462-48D8-8CC8-061F5564B4FD}" srcOrd="0" destOrd="0" presId="urn:microsoft.com/office/officeart/2005/8/layout/process5"/>
    <dgm:cxn modelId="{71901E1D-3045-4AE0-8E62-F4D3A13A0B17}" type="presParOf" srcId="{C0729096-A685-4B56-8FB5-2340D286F558}" destId="{288E6384-87EB-4913-BB37-69B08B6E3F99}" srcOrd="10" destOrd="0" presId="urn:microsoft.com/office/officeart/2005/8/layout/process5"/>
    <dgm:cxn modelId="{C7F7E77C-DBAF-4CDF-824B-62DB5DF23727}" type="presParOf" srcId="{C0729096-A685-4B56-8FB5-2340D286F558}" destId="{1AA15159-10EC-4F27-986F-9439E3C96F87}" srcOrd="11" destOrd="0" presId="urn:microsoft.com/office/officeart/2005/8/layout/process5"/>
    <dgm:cxn modelId="{CF54C80A-9BE3-42FD-9054-6265C576FF66}" type="presParOf" srcId="{1AA15159-10EC-4F27-986F-9439E3C96F87}" destId="{59638900-E89D-46C1-AF74-24E86FA67F83}" srcOrd="0" destOrd="0" presId="urn:microsoft.com/office/officeart/2005/8/layout/process5"/>
    <dgm:cxn modelId="{85F3290E-522A-4D48-9F56-1D1724938E30}" type="presParOf" srcId="{C0729096-A685-4B56-8FB5-2340D286F558}" destId="{300FE987-9A49-44CD-A9C1-0CAD00627CBA}" srcOrd="12" destOrd="0" presId="urn:microsoft.com/office/officeart/2005/8/layout/process5"/>
    <dgm:cxn modelId="{A4CBF050-EFA5-4AAD-8213-57B1EC2F3D36}" type="presParOf" srcId="{C0729096-A685-4B56-8FB5-2340D286F558}" destId="{DC3AE484-41F7-49A8-9E15-667755984E34}" srcOrd="13" destOrd="0" presId="urn:microsoft.com/office/officeart/2005/8/layout/process5"/>
    <dgm:cxn modelId="{10446E5D-1329-449B-A9A0-C5FEBD24F6CC}" type="presParOf" srcId="{DC3AE484-41F7-49A8-9E15-667755984E34}" destId="{F7180013-3BDF-4149-AA80-293FF4037587}" srcOrd="0" destOrd="0" presId="urn:microsoft.com/office/officeart/2005/8/layout/process5"/>
    <dgm:cxn modelId="{1DDD9E36-0AA8-4C5B-A60A-5848C12445DB}" type="presParOf" srcId="{C0729096-A685-4B56-8FB5-2340D286F558}" destId="{2A94AB94-D086-4BE8-A3E1-7AE00F6D366A}" srcOrd="14" destOrd="0" presId="urn:microsoft.com/office/officeart/2005/8/layout/process5"/>
    <dgm:cxn modelId="{D4E0C153-FA45-43A6-A71D-4DE3316DCA66}" type="presParOf" srcId="{C0729096-A685-4B56-8FB5-2340D286F558}" destId="{D78C9A4B-174B-4141-BA8C-30189F735924}" srcOrd="15" destOrd="0" presId="urn:microsoft.com/office/officeart/2005/8/layout/process5"/>
    <dgm:cxn modelId="{AA053059-27D4-458F-BB03-5180D10AD942}" type="presParOf" srcId="{D78C9A4B-174B-4141-BA8C-30189F735924}" destId="{64D719CE-DA76-4B2E-9D7A-25905E756B44}" srcOrd="0" destOrd="0" presId="urn:microsoft.com/office/officeart/2005/8/layout/process5"/>
    <dgm:cxn modelId="{5A55D3FE-B6F7-4021-B01B-74CF2AE608FC}" type="presParOf" srcId="{C0729096-A685-4B56-8FB5-2340D286F558}" destId="{8632F371-6590-4631-A973-853BC9D0D84F}" srcOrd="16" destOrd="0" presId="urn:microsoft.com/office/officeart/2005/8/layout/process5"/>
    <dgm:cxn modelId="{27E6C3E6-D01C-4788-9F9C-4FA5713A1CE8}" type="presParOf" srcId="{C0729096-A685-4B56-8FB5-2340D286F558}" destId="{54AA6852-93B6-4C67-B08A-1051BEE1E49C}" srcOrd="17" destOrd="0" presId="urn:microsoft.com/office/officeart/2005/8/layout/process5"/>
    <dgm:cxn modelId="{0D6545A0-8A7C-4137-9896-CF367E511FB7}" type="presParOf" srcId="{54AA6852-93B6-4C67-B08A-1051BEE1E49C}" destId="{E689678F-31D1-4302-92A6-B76CB5E2173B}" srcOrd="0" destOrd="0" presId="urn:microsoft.com/office/officeart/2005/8/layout/process5"/>
    <dgm:cxn modelId="{3FA0430A-188A-4A06-84F7-D77CEE9D6362}" type="presParOf" srcId="{C0729096-A685-4B56-8FB5-2340D286F558}" destId="{6CDAA061-6A3F-462C-B66C-D1C56CB42158}" srcOrd="18" destOrd="0" presId="urn:microsoft.com/office/officeart/2005/8/layout/process5"/>
    <dgm:cxn modelId="{F3E7A6F2-9001-4745-85D7-B383C03C84EF}" type="presParOf" srcId="{C0729096-A685-4B56-8FB5-2340D286F558}" destId="{45AA124E-2066-4A11-995E-FAE3E0AB385F}" srcOrd="19" destOrd="0" presId="urn:microsoft.com/office/officeart/2005/8/layout/process5"/>
    <dgm:cxn modelId="{6CCBB3E6-C46E-458E-B049-A84535F1FC77}" type="presParOf" srcId="{45AA124E-2066-4A11-995E-FAE3E0AB385F}" destId="{182DC4C7-FE0F-45A6-B131-543B45B31396}" srcOrd="0" destOrd="0" presId="urn:microsoft.com/office/officeart/2005/8/layout/process5"/>
    <dgm:cxn modelId="{42103350-1FFB-4E04-852C-A9D6DFBDC971}" type="presParOf" srcId="{C0729096-A685-4B56-8FB5-2340D286F558}" destId="{8F72EE68-3042-4764-935D-74BE8C11A0A9}" srcOrd="20" destOrd="0" presId="urn:microsoft.com/office/officeart/2005/8/layout/process5"/>
    <dgm:cxn modelId="{DCCEAC71-787E-4EED-B4EC-AD515DC5E0A3}" type="presParOf" srcId="{C0729096-A685-4B56-8FB5-2340D286F558}" destId="{1CA94EA3-1614-4FCD-9B52-4614AA9B4ED2}" srcOrd="21" destOrd="0" presId="urn:microsoft.com/office/officeart/2005/8/layout/process5"/>
    <dgm:cxn modelId="{4952B1EE-B39D-4EA0-BAA9-39457B5C53F2}" type="presParOf" srcId="{1CA94EA3-1614-4FCD-9B52-4614AA9B4ED2}" destId="{54EAF2B9-4329-4E86-B75F-74FA4023D0D9}" srcOrd="0" destOrd="0" presId="urn:microsoft.com/office/officeart/2005/8/layout/process5"/>
    <dgm:cxn modelId="{57E6E135-1ECA-43A4-AB8B-0A0E6AA6A871}" type="presParOf" srcId="{C0729096-A685-4B56-8FB5-2340D286F558}" destId="{935C0B7C-F9F6-4F00-9829-B43A31EBC54D}" srcOrd="22" destOrd="0" presId="urn:microsoft.com/office/officeart/2005/8/layout/process5"/>
    <dgm:cxn modelId="{F87E52E7-4DC2-4E87-836C-24F82825901D}" type="presParOf" srcId="{C0729096-A685-4B56-8FB5-2340D286F558}" destId="{9294FA71-4E87-4B44-9304-910FD8D9B3B2}" srcOrd="23" destOrd="0" presId="urn:microsoft.com/office/officeart/2005/8/layout/process5"/>
    <dgm:cxn modelId="{5835DA3E-2D6B-49F9-8BEC-76F18073B588}" type="presParOf" srcId="{9294FA71-4E87-4B44-9304-910FD8D9B3B2}" destId="{B7F2E80C-CB9A-4C34-BDE8-5A0C8E02DE90}" srcOrd="0" destOrd="0" presId="urn:microsoft.com/office/officeart/2005/8/layout/process5"/>
    <dgm:cxn modelId="{9203875E-E6F8-4DED-AED9-0B27371D0FEA}" type="presParOf" srcId="{C0729096-A685-4B56-8FB5-2340D286F558}" destId="{39D32EA7-6FC5-4879-9FE3-EC2FB2553215}" srcOrd="24" destOrd="0" presId="urn:microsoft.com/office/officeart/2005/8/layout/process5"/>
    <dgm:cxn modelId="{4F9F19D8-BB55-4D5D-A8EE-6DE104C59B15}" type="presParOf" srcId="{C0729096-A685-4B56-8FB5-2340D286F558}" destId="{099CBC29-F179-441A-A7FB-720E1306BCCA}" srcOrd="25" destOrd="0" presId="urn:microsoft.com/office/officeart/2005/8/layout/process5"/>
    <dgm:cxn modelId="{ED8349C0-ABF4-40EA-B60F-84AE189B575A}" type="presParOf" srcId="{099CBC29-F179-441A-A7FB-720E1306BCCA}" destId="{89BC96B3-AECF-49FD-B249-8BA9F1655C52}" srcOrd="0" destOrd="0" presId="urn:microsoft.com/office/officeart/2005/8/layout/process5"/>
    <dgm:cxn modelId="{E5D23EFB-06DE-47DA-BB98-7F3F7B1723D3}" type="presParOf" srcId="{C0729096-A685-4B56-8FB5-2340D286F558}" destId="{6D12F8D0-38BA-4E2F-9C9C-7611DB6F54B6}" srcOrd="2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61AEC3-5763-427D-9C4D-6766C3C55520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830D2F02-8DB3-49DC-BDBD-D87D93B3C44C}">
      <dgm:prSet phldrT="[Text]"/>
      <dgm:spPr/>
      <dgm:t>
        <a:bodyPr/>
        <a:lstStyle/>
        <a:p>
          <a:r>
            <a:rPr lang="en-US" dirty="0"/>
            <a:t>Order Winners</a:t>
          </a:r>
        </a:p>
      </dgm:t>
    </dgm:pt>
    <dgm:pt modelId="{B3E568D5-E99A-4E8C-8125-A9837CB41D36}" type="parTrans" cxnId="{8629004B-7BC1-4D04-AE1E-20136B6CEB01}">
      <dgm:prSet/>
      <dgm:spPr/>
      <dgm:t>
        <a:bodyPr/>
        <a:lstStyle/>
        <a:p>
          <a:endParaRPr lang="en-US"/>
        </a:p>
      </dgm:t>
    </dgm:pt>
    <dgm:pt modelId="{CCA478C4-A6F4-47F9-BABD-7DDA6D62E1B3}" type="sibTrans" cxnId="{8629004B-7BC1-4D04-AE1E-20136B6CEB01}">
      <dgm:prSet/>
      <dgm:spPr/>
      <dgm:t>
        <a:bodyPr/>
        <a:lstStyle/>
        <a:p>
          <a:endParaRPr lang="en-US"/>
        </a:p>
      </dgm:t>
    </dgm:pt>
    <dgm:pt modelId="{28462868-8CB3-4EFE-B50C-DFC7B8DAC9D7}">
      <dgm:prSet phldrT="[Text]"/>
      <dgm:spPr/>
      <dgm:t>
        <a:bodyPr/>
        <a:lstStyle/>
        <a:p>
          <a:r>
            <a:rPr lang="en-US" dirty="0"/>
            <a:t>Providing Top Quality</a:t>
          </a:r>
        </a:p>
      </dgm:t>
    </dgm:pt>
    <dgm:pt modelId="{73E7A06F-87EE-4199-BB4E-D8FB51B8CA61}" type="parTrans" cxnId="{921F0312-969A-48D1-93DA-703E8A372CF8}">
      <dgm:prSet/>
      <dgm:spPr/>
      <dgm:t>
        <a:bodyPr/>
        <a:lstStyle/>
        <a:p>
          <a:endParaRPr lang="en-US"/>
        </a:p>
      </dgm:t>
    </dgm:pt>
    <dgm:pt modelId="{6FEE44D9-E9A4-468C-AF14-3A8F5604B1F2}" type="sibTrans" cxnId="{921F0312-969A-48D1-93DA-703E8A372CF8}">
      <dgm:prSet/>
      <dgm:spPr/>
      <dgm:t>
        <a:bodyPr/>
        <a:lstStyle/>
        <a:p>
          <a:endParaRPr lang="en-US"/>
        </a:p>
      </dgm:t>
    </dgm:pt>
    <dgm:pt modelId="{A91BADA6-54C7-4DB0-B6C5-F44E2D867F72}">
      <dgm:prSet phldrT="[Text]"/>
      <dgm:spPr/>
      <dgm:t>
        <a:bodyPr/>
        <a:lstStyle/>
        <a:p>
          <a:r>
            <a:rPr lang="en-US" dirty="0"/>
            <a:t>Flexibility</a:t>
          </a:r>
        </a:p>
      </dgm:t>
    </dgm:pt>
    <dgm:pt modelId="{06F3C6DE-2090-4B23-AB49-95E0DE283538}" type="parTrans" cxnId="{84CE2E71-5EE8-4061-9BB2-C55FFD67175B}">
      <dgm:prSet/>
      <dgm:spPr/>
      <dgm:t>
        <a:bodyPr/>
        <a:lstStyle/>
        <a:p>
          <a:endParaRPr lang="en-US"/>
        </a:p>
      </dgm:t>
    </dgm:pt>
    <dgm:pt modelId="{C46089CC-3ABD-4AF3-9C8F-00F9EB7AD3B0}" type="sibTrans" cxnId="{84CE2E71-5EE8-4061-9BB2-C55FFD67175B}">
      <dgm:prSet/>
      <dgm:spPr/>
      <dgm:t>
        <a:bodyPr/>
        <a:lstStyle/>
        <a:p>
          <a:endParaRPr lang="en-US"/>
        </a:p>
      </dgm:t>
    </dgm:pt>
    <dgm:pt modelId="{8C3F5224-A544-4229-9DD1-7B657D9BE6CB}" type="pres">
      <dgm:prSet presAssocID="{4E61AEC3-5763-427D-9C4D-6766C3C55520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1F0458EB-B701-4C7A-915E-4F92BE0635D7}" type="pres">
      <dgm:prSet presAssocID="{830D2F02-8DB3-49DC-BDBD-D87D93B3C44C}" presName="gear1" presStyleLbl="node1" presStyleIdx="0" presStyleCnt="3">
        <dgm:presLayoutVars>
          <dgm:chMax val="1"/>
          <dgm:bulletEnabled val="1"/>
        </dgm:presLayoutVars>
      </dgm:prSet>
      <dgm:spPr/>
    </dgm:pt>
    <dgm:pt modelId="{02951F45-E6D7-4C1D-8780-E6EDE1D50672}" type="pres">
      <dgm:prSet presAssocID="{830D2F02-8DB3-49DC-BDBD-D87D93B3C44C}" presName="gear1srcNode" presStyleLbl="node1" presStyleIdx="0" presStyleCnt="3"/>
      <dgm:spPr/>
    </dgm:pt>
    <dgm:pt modelId="{F1A96D25-2444-45FA-96A0-5A195E636B0D}" type="pres">
      <dgm:prSet presAssocID="{830D2F02-8DB3-49DC-BDBD-D87D93B3C44C}" presName="gear1dstNode" presStyleLbl="node1" presStyleIdx="0" presStyleCnt="3"/>
      <dgm:spPr/>
    </dgm:pt>
    <dgm:pt modelId="{A0F3219E-5CB3-4FFB-A72E-DD4620709984}" type="pres">
      <dgm:prSet presAssocID="{28462868-8CB3-4EFE-B50C-DFC7B8DAC9D7}" presName="gear2" presStyleLbl="node1" presStyleIdx="1" presStyleCnt="3">
        <dgm:presLayoutVars>
          <dgm:chMax val="1"/>
          <dgm:bulletEnabled val="1"/>
        </dgm:presLayoutVars>
      </dgm:prSet>
      <dgm:spPr/>
    </dgm:pt>
    <dgm:pt modelId="{42EF9118-B748-4AF3-858F-E318A5D34A89}" type="pres">
      <dgm:prSet presAssocID="{28462868-8CB3-4EFE-B50C-DFC7B8DAC9D7}" presName="gear2srcNode" presStyleLbl="node1" presStyleIdx="1" presStyleCnt="3"/>
      <dgm:spPr/>
    </dgm:pt>
    <dgm:pt modelId="{143C79AA-EAF3-4C7A-8DE3-D233278951BA}" type="pres">
      <dgm:prSet presAssocID="{28462868-8CB3-4EFE-B50C-DFC7B8DAC9D7}" presName="gear2dstNode" presStyleLbl="node1" presStyleIdx="1" presStyleCnt="3"/>
      <dgm:spPr/>
    </dgm:pt>
    <dgm:pt modelId="{A34D58A3-DBFE-4A99-980D-C94042D21C8B}" type="pres">
      <dgm:prSet presAssocID="{A91BADA6-54C7-4DB0-B6C5-F44E2D867F72}" presName="gear3" presStyleLbl="node1" presStyleIdx="2" presStyleCnt="3"/>
      <dgm:spPr/>
    </dgm:pt>
    <dgm:pt modelId="{86B2B0F0-A035-432B-A66B-564985242382}" type="pres">
      <dgm:prSet presAssocID="{A91BADA6-54C7-4DB0-B6C5-F44E2D867F7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08432E-EA84-448B-A5C0-9A7AA113352D}" type="pres">
      <dgm:prSet presAssocID="{A91BADA6-54C7-4DB0-B6C5-F44E2D867F72}" presName="gear3srcNode" presStyleLbl="node1" presStyleIdx="2" presStyleCnt="3"/>
      <dgm:spPr/>
    </dgm:pt>
    <dgm:pt modelId="{014FF86A-6EA8-4CDA-BE78-0A4BA0EC073D}" type="pres">
      <dgm:prSet presAssocID="{A91BADA6-54C7-4DB0-B6C5-F44E2D867F72}" presName="gear3dstNode" presStyleLbl="node1" presStyleIdx="2" presStyleCnt="3"/>
      <dgm:spPr/>
    </dgm:pt>
    <dgm:pt modelId="{17E62EC9-A988-4244-A335-7D21A6DD436E}" type="pres">
      <dgm:prSet presAssocID="{CCA478C4-A6F4-47F9-BABD-7DDA6D62E1B3}" presName="connector1" presStyleLbl="sibTrans2D1" presStyleIdx="0" presStyleCnt="3"/>
      <dgm:spPr/>
    </dgm:pt>
    <dgm:pt modelId="{55F7E493-F928-4A22-8FE6-98053DD72D45}" type="pres">
      <dgm:prSet presAssocID="{6FEE44D9-E9A4-468C-AF14-3A8F5604B1F2}" presName="connector2" presStyleLbl="sibTrans2D1" presStyleIdx="1" presStyleCnt="3"/>
      <dgm:spPr/>
    </dgm:pt>
    <dgm:pt modelId="{A5121D23-5D32-43EF-9D62-C851D8393E40}" type="pres">
      <dgm:prSet presAssocID="{C46089CC-3ABD-4AF3-9C8F-00F9EB7AD3B0}" presName="connector3" presStyleLbl="sibTrans2D1" presStyleIdx="2" presStyleCnt="3"/>
      <dgm:spPr/>
    </dgm:pt>
  </dgm:ptLst>
  <dgm:cxnLst>
    <dgm:cxn modelId="{921F0312-969A-48D1-93DA-703E8A372CF8}" srcId="{4E61AEC3-5763-427D-9C4D-6766C3C55520}" destId="{28462868-8CB3-4EFE-B50C-DFC7B8DAC9D7}" srcOrd="1" destOrd="0" parTransId="{73E7A06F-87EE-4199-BB4E-D8FB51B8CA61}" sibTransId="{6FEE44D9-E9A4-468C-AF14-3A8F5604B1F2}"/>
    <dgm:cxn modelId="{7EC5BD2A-E5BB-47E0-B443-F4D51DB40C51}" type="presOf" srcId="{28462868-8CB3-4EFE-B50C-DFC7B8DAC9D7}" destId="{42EF9118-B748-4AF3-858F-E318A5D34A89}" srcOrd="1" destOrd="0" presId="urn:microsoft.com/office/officeart/2005/8/layout/gear1"/>
    <dgm:cxn modelId="{A879A92C-EF24-43FC-ADDB-A5B84E573DD3}" type="presOf" srcId="{830D2F02-8DB3-49DC-BDBD-D87D93B3C44C}" destId="{02951F45-E6D7-4C1D-8780-E6EDE1D50672}" srcOrd="1" destOrd="0" presId="urn:microsoft.com/office/officeart/2005/8/layout/gear1"/>
    <dgm:cxn modelId="{9191532E-70C7-4834-9BB1-64BD2FFFE6D0}" type="presOf" srcId="{A91BADA6-54C7-4DB0-B6C5-F44E2D867F72}" destId="{014FF86A-6EA8-4CDA-BE78-0A4BA0EC073D}" srcOrd="3" destOrd="0" presId="urn:microsoft.com/office/officeart/2005/8/layout/gear1"/>
    <dgm:cxn modelId="{59041A41-B7D8-4576-828C-C9C60816492A}" type="presOf" srcId="{830D2F02-8DB3-49DC-BDBD-D87D93B3C44C}" destId="{1F0458EB-B701-4C7A-915E-4F92BE0635D7}" srcOrd="0" destOrd="0" presId="urn:microsoft.com/office/officeart/2005/8/layout/gear1"/>
    <dgm:cxn modelId="{8629004B-7BC1-4D04-AE1E-20136B6CEB01}" srcId="{4E61AEC3-5763-427D-9C4D-6766C3C55520}" destId="{830D2F02-8DB3-49DC-BDBD-D87D93B3C44C}" srcOrd="0" destOrd="0" parTransId="{B3E568D5-E99A-4E8C-8125-A9837CB41D36}" sibTransId="{CCA478C4-A6F4-47F9-BABD-7DDA6D62E1B3}"/>
    <dgm:cxn modelId="{90B0DE4B-8D5B-4D8B-85F4-908830A2A616}" type="presOf" srcId="{A91BADA6-54C7-4DB0-B6C5-F44E2D867F72}" destId="{DD08432E-EA84-448B-A5C0-9A7AA113352D}" srcOrd="2" destOrd="0" presId="urn:microsoft.com/office/officeart/2005/8/layout/gear1"/>
    <dgm:cxn modelId="{24603A6F-45A5-4698-9C4C-36092F76F377}" type="presOf" srcId="{C46089CC-3ABD-4AF3-9C8F-00F9EB7AD3B0}" destId="{A5121D23-5D32-43EF-9D62-C851D8393E40}" srcOrd="0" destOrd="0" presId="urn:microsoft.com/office/officeart/2005/8/layout/gear1"/>
    <dgm:cxn modelId="{84CE2E71-5EE8-4061-9BB2-C55FFD67175B}" srcId="{4E61AEC3-5763-427D-9C4D-6766C3C55520}" destId="{A91BADA6-54C7-4DB0-B6C5-F44E2D867F72}" srcOrd="2" destOrd="0" parTransId="{06F3C6DE-2090-4B23-AB49-95E0DE283538}" sibTransId="{C46089CC-3ABD-4AF3-9C8F-00F9EB7AD3B0}"/>
    <dgm:cxn modelId="{84751499-3FC3-45E6-8F1A-788EBB5560F7}" type="presOf" srcId="{A91BADA6-54C7-4DB0-B6C5-F44E2D867F72}" destId="{86B2B0F0-A035-432B-A66B-564985242382}" srcOrd="1" destOrd="0" presId="urn:microsoft.com/office/officeart/2005/8/layout/gear1"/>
    <dgm:cxn modelId="{0953B099-6C10-450E-B2B9-36DA61C18EDA}" type="presOf" srcId="{A91BADA6-54C7-4DB0-B6C5-F44E2D867F72}" destId="{A34D58A3-DBFE-4A99-980D-C94042D21C8B}" srcOrd="0" destOrd="0" presId="urn:microsoft.com/office/officeart/2005/8/layout/gear1"/>
    <dgm:cxn modelId="{4BCDBCE2-8259-48BD-9576-162D8FE247EB}" type="presOf" srcId="{28462868-8CB3-4EFE-B50C-DFC7B8DAC9D7}" destId="{A0F3219E-5CB3-4FFB-A72E-DD4620709984}" srcOrd="0" destOrd="0" presId="urn:microsoft.com/office/officeart/2005/8/layout/gear1"/>
    <dgm:cxn modelId="{ABA7FBE2-28CB-4E89-B3C3-2325C5ED5154}" type="presOf" srcId="{CCA478C4-A6F4-47F9-BABD-7DDA6D62E1B3}" destId="{17E62EC9-A988-4244-A335-7D21A6DD436E}" srcOrd="0" destOrd="0" presId="urn:microsoft.com/office/officeart/2005/8/layout/gear1"/>
    <dgm:cxn modelId="{B76EB7EA-E5A1-4A47-81BE-5C5A33E9F0A5}" type="presOf" srcId="{830D2F02-8DB3-49DC-BDBD-D87D93B3C44C}" destId="{F1A96D25-2444-45FA-96A0-5A195E636B0D}" srcOrd="2" destOrd="0" presId="urn:microsoft.com/office/officeart/2005/8/layout/gear1"/>
    <dgm:cxn modelId="{DA2C70F6-17A5-4F8A-83EA-7E87BEEDB2ED}" type="presOf" srcId="{28462868-8CB3-4EFE-B50C-DFC7B8DAC9D7}" destId="{143C79AA-EAF3-4C7A-8DE3-D233278951BA}" srcOrd="2" destOrd="0" presId="urn:microsoft.com/office/officeart/2005/8/layout/gear1"/>
    <dgm:cxn modelId="{114548FB-F945-47E2-AD85-E7F2421762E8}" type="presOf" srcId="{4E61AEC3-5763-427D-9C4D-6766C3C55520}" destId="{8C3F5224-A544-4229-9DD1-7B657D9BE6CB}" srcOrd="0" destOrd="0" presId="urn:microsoft.com/office/officeart/2005/8/layout/gear1"/>
    <dgm:cxn modelId="{1FC049FC-DC41-44D1-BE4E-BA9052F9D838}" type="presOf" srcId="{6FEE44D9-E9A4-468C-AF14-3A8F5604B1F2}" destId="{55F7E493-F928-4A22-8FE6-98053DD72D45}" srcOrd="0" destOrd="0" presId="urn:microsoft.com/office/officeart/2005/8/layout/gear1"/>
    <dgm:cxn modelId="{C17B3B8E-9669-4409-8D61-657F4638BBB2}" type="presParOf" srcId="{8C3F5224-A544-4229-9DD1-7B657D9BE6CB}" destId="{1F0458EB-B701-4C7A-915E-4F92BE0635D7}" srcOrd="0" destOrd="0" presId="urn:microsoft.com/office/officeart/2005/8/layout/gear1"/>
    <dgm:cxn modelId="{1ED2A222-3C50-4FFF-8DEE-D929C8A6BAFD}" type="presParOf" srcId="{8C3F5224-A544-4229-9DD1-7B657D9BE6CB}" destId="{02951F45-E6D7-4C1D-8780-E6EDE1D50672}" srcOrd="1" destOrd="0" presId="urn:microsoft.com/office/officeart/2005/8/layout/gear1"/>
    <dgm:cxn modelId="{9A6F0E94-8CBA-4BF0-B9F9-131A9E99C590}" type="presParOf" srcId="{8C3F5224-A544-4229-9DD1-7B657D9BE6CB}" destId="{F1A96D25-2444-45FA-96A0-5A195E636B0D}" srcOrd="2" destOrd="0" presId="urn:microsoft.com/office/officeart/2005/8/layout/gear1"/>
    <dgm:cxn modelId="{E6EC228C-66F2-4CB8-BFDA-550B1D663A1E}" type="presParOf" srcId="{8C3F5224-A544-4229-9DD1-7B657D9BE6CB}" destId="{A0F3219E-5CB3-4FFB-A72E-DD4620709984}" srcOrd="3" destOrd="0" presId="urn:microsoft.com/office/officeart/2005/8/layout/gear1"/>
    <dgm:cxn modelId="{8FEECE13-1699-4891-A245-C2E9C9BDFA91}" type="presParOf" srcId="{8C3F5224-A544-4229-9DD1-7B657D9BE6CB}" destId="{42EF9118-B748-4AF3-858F-E318A5D34A89}" srcOrd="4" destOrd="0" presId="urn:microsoft.com/office/officeart/2005/8/layout/gear1"/>
    <dgm:cxn modelId="{AE3EB651-4EC6-4A03-B7BD-9738C37AD77A}" type="presParOf" srcId="{8C3F5224-A544-4229-9DD1-7B657D9BE6CB}" destId="{143C79AA-EAF3-4C7A-8DE3-D233278951BA}" srcOrd="5" destOrd="0" presId="urn:microsoft.com/office/officeart/2005/8/layout/gear1"/>
    <dgm:cxn modelId="{9A9DDB6A-84B5-4AA9-9846-7A1DB4C93F66}" type="presParOf" srcId="{8C3F5224-A544-4229-9DD1-7B657D9BE6CB}" destId="{A34D58A3-DBFE-4A99-980D-C94042D21C8B}" srcOrd="6" destOrd="0" presId="urn:microsoft.com/office/officeart/2005/8/layout/gear1"/>
    <dgm:cxn modelId="{9663F32B-8638-4991-98AE-1F7B284B88ED}" type="presParOf" srcId="{8C3F5224-A544-4229-9DD1-7B657D9BE6CB}" destId="{86B2B0F0-A035-432B-A66B-564985242382}" srcOrd="7" destOrd="0" presId="urn:microsoft.com/office/officeart/2005/8/layout/gear1"/>
    <dgm:cxn modelId="{C09A36F0-3146-4278-BC32-8892A0BBA0BC}" type="presParOf" srcId="{8C3F5224-A544-4229-9DD1-7B657D9BE6CB}" destId="{DD08432E-EA84-448B-A5C0-9A7AA113352D}" srcOrd="8" destOrd="0" presId="urn:microsoft.com/office/officeart/2005/8/layout/gear1"/>
    <dgm:cxn modelId="{FCA22218-2322-470F-A17F-71334509D157}" type="presParOf" srcId="{8C3F5224-A544-4229-9DD1-7B657D9BE6CB}" destId="{014FF86A-6EA8-4CDA-BE78-0A4BA0EC073D}" srcOrd="9" destOrd="0" presId="urn:microsoft.com/office/officeart/2005/8/layout/gear1"/>
    <dgm:cxn modelId="{8AEDC6EF-0E62-4843-A7D2-DE88793403F4}" type="presParOf" srcId="{8C3F5224-A544-4229-9DD1-7B657D9BE6CB}" destId="{17E62EC9-A988-4244-A335-7D21A6DD436E}" srcOrd="10" destOrd="0" presId="urn:microsoft.com/office/officeart/2005/8/layout/gear1"/>
    <dgm:cxn modelId="{00B1DE93-BB5F-41B3-B6B1-62B052A89EB2}" type="presParOf" srcId="{8C3F5224-A544-4229-9DD1-7B657D9BE6CB}" destId="{55F7E493-F928-4A22-8FE6-98053DD72D45}" srcOrd="11" destOrd="0" presId="urn:microsoft.com/office/officeart/2005/8/layout/gear1"/>
    <dgm:cxn modelId="{09F68A54-207F-42F4-A265-807701C0BB71}" type="presParOf" srcId="{8C3F5224-A544-4229-9DD1-7B657D9BE6CB}" destId="{A5121D23-5D32-43EF-9D62-C851D8393E40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F39EB-4A5C-4EC2-A6B5-83144FCCA23A}">
      <dsp:nvSpPr>
        <dsp:cNvPr id="0" name=""/>
        <dsp:cNvSpPr/>
      </dsp:nvSpPr>
      <dsp:spPr>
        <a:xfrm>
          <a:off x="5413" y="684602"/>
          <a:ext cx="1678223" cy="10069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Manufacturing Execution Start</a:t>
          </a:r>
          <a:endParaRPr lang="en-PK" sz="1200" b="1" kern="1200" dirty="0"/>
        </a:p>
      </dsp:txBody>
      <dsp:txXfrm>
        <a:off x="251183" y="832064"/>
        <a:ext cx="1186683" cy="712009"/>
      </dsp:txXfrm>
    </dsp:sp>
    <dsp:sp modelId="{40FF7B70-ABED-4B2A-BB64-D5AD717D36A7}">
      <dsp:nvSpPr>
        <dsp:cNvPr id="0" name=""/>
        <dsp:cNvSpPr/>
      </dsp:nvSpPr>
      <dsp:spPr>
        <a:xfrm>
          <a:off x="1831320" y="979969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1831320" y="1063209"/>
        <a:ext cx="249048" cy="249719"/>
      </dsp:txXfrm>
    </dsp:sp>
    <dsp:sp modelId="{CD014A1E-0ED8-420B-B53E-2A5E8A4BEF0C}">
      <dsp:nvSpPr>
        <dsp:cNvPr id="0" name=""/>
        <dsp:cNvSpPr/>
      </dsp:nvSpPr>
      <dsp:spPr>
        <a:xfrm>
          <a:off x="2354926" y="684602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Yarn Preparation in the Yarn Industry</a:t>
          </a:r>
          <a:endParaRPr lang="en-PK" sz="1400" b="1" kern="1200" dirty="0"/>
        </a:p>
      </dsp:txBody>
      <dsp:txXfrm>
        <a:off x="2384418" y="714094"/>
        <a:ext cx="1619239" cy="947949"/>
      </dsp:txXfrm>
    </dsp:sp>
    <dsp:sp modelId="{E06508E0-B06F-41F0-8B60-73776ADC8B3F}">
      <dsp:nvSpPr>
        <dsp:cNvPr id="0" name=""/>
        <dsp:cNvSpPr/>
      </dsp:nvSpPr>
      <dsp:spPr>
        <a:xfrm>
          <a:off x="4180833" y="979969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4180833" y="1063209"/>
        <a:ext cx="249048" cy="249719"/>
      </dsp:txXfrm>
    </dsp:sp>
    <dsp:sp modelId="{95C284DF-0789-4B76-9C1B-6315BCA0D63E}">
      <dsp:nvSpPr>
        <dsp:cNvPr id="0" name=""/>
        <dsp:cNvSpPr/>
      </dsp:nvSpPr>
      <dsp:spPr>
        <a:xfrm>
          <a:off x="4704438" y="684602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Yarn Doubling and Twisting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Used to double the size of the yarn and twist it in order to make the yarn stronger.</a:t>
          </a:r>
          <a:endParaRPr lang="en-PK" sz="900" kern="1200" dirty="0"/>
        </a:p>
      </dsp:txBody>
      <dsp:txXfrm>
        <a:off x="4733930" y="714094"/>
        <a:ext cx="1619239" cy="947949"/>
      </dsp:txXfrm>
    </dsp:sp>
    <dsp:sp modelId="{ABBB02B6-CC55-4C7B-95ED-881590A8D384}">
      <dsp:nvSpPr>
        <dsp:cNvPr id="0" name=""/>
        <dsp:cNvSpPr/>
      </dsp:nvSpPr>
      <dsp:spPr>
        <a:xfrm>
          <a:off x="6530345" y="979969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6530345" y="1063209"/>
        <a:ext cx="249048" cy="249719"/>
      </dsp:txXfrm>
    </dsp:sp>
    <dsp:sp modelId="{9ED77CB8-7337-4640-BA0D-EF7FF0764B5A}">
      <dsp:nvSpPr>
        <dsp:cNvPr id="0" name=""/>
        <dsp:cNvSpPr/>
      </dsp:nvSpPr>
      <dsp:spPr>
        <a:xfrm>
          <a:off x="7053951" y="684602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Winding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Winding the yarn onto the cone.</a:t>
          </a:r>
          <a:endParaRPr lang="en-PK" sz="900" kern="1200" dirty="0"/>
        </a:p>
      </dsp:txBody>
      <dsp:txXfrm>
        <a:off x="7083443" y="714094"/>
        <a:ext cx="1619239" cy="947949"/>
      </dsp:txXfrm>
    </dsp:sp>
    <dsp:sp modelId="{3497627B-D871-4F53-9EF6-5C686E96AE20}">
      <dsp:nvSpPr>
        <dsp:cNvPr id="0" name=""/>
        <dsp:cNvSpPr/>
      </dsp:nvSpPr>
      <dsp:spPr>
        <a:xfrm>
          <a:off x="8879858" y="979969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8879858" y="1063209"/>
        <a:ext cx="249048" cy="249719"/>
      </dsp:txXfrm>
    </dsp:sp>
    <dsp:sp modelId="{101C2011-F4E9-4D07-B415-DA7FD94A3A30}">
      <dsp:nvSpPr>
        <dsp:cNvPr id="0" name=""/>
        <dsp:cNvSpPr/>
      </dsp:nvSpPr>
      <dsp:spPr>
        <a:xfrm>
          <a:off x="9403464" y="684602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Sizing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The yarn is removed from the cone and winded to the cone where starch is added to the thread.</a:t>
          </a:r>
          <a:endParaRPr lang="en-PK" sz="900" kern="1200" dirty="0"/>
        </a:p>
      </dsp:txBody>
      <dsp:txXfrm>
        <a:off x="9432956" y="714094"/>
        <a:ext cx="1619239" cy="947949"/>
      </dsp:txXfrm>
    </dsp:sp>
    <dsp:sp modelId="{08C4C17A-31BE-4598-B14A-5F755DED3E15}">
      <dsp:nvSpPr>
        <dsp:cNvPr id="0" name=""/>
        <dsp:cNvSpPr/>
      </dsp:nvSpPr>
      <dsp:spPr>
        <a:xfrm rot="5400000">
          <a:off x="10064684" y="1809011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-5400000">
        <a:off x="10117717" y="1839219"/>
        <a:ext cx="249719" cy="249048"/>
      </dsp:txXfrm>
    </dsp:sp>
    <dsp:sp modelId="{288E6384-87EB-4913-BB37-69B08B6E3F99}">
      <dsp:nvSpPr>
        <dsp:cNvPr id="0" name=""/>
        <dsp:cNvSpPr/>
      </dsp:nvSpPr>
      <dsp:spPr>
        <a:xfrm>
          <a:off x="9403464" y="2362825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Winding to the Weavers Beam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After the sizing process, the yarn is winded on to the weaver beam which is later placed on to the loom.</a:t>
          </a:r>
          <a:endParaRPr lang="en-PK" sz="900" kern="1200" dirty="0"/>
        </a:p>
      </dsp:txBody>
      <dsp:txXfrm>
        <a:off x="9432956" y="2392317"/>
        <a:ext cx="1619239" cy="947949"/>
      </dsp:txXfrm>
    </dsp:sp>
    <dsp:sp modelId="{1AA15159-10EC-4F27-986F-9439E3C96F87}">
      <dsp:nvSpPr>
        <dsp:cNvPr id="0" name=""/>
        <dsp:cNvSpPr/>
      </dsp:nvSpPr>
      <dsp:spPr>
        <a:xfrm rot="10800000">
          <a:off x="8899997" y="2658192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10800000">
        <a:off x="9006732" y="2741432"/>
        <a:ext cx="249048" cy="249719"/>
      </dsp:txXfrm>
    </dsp:sp>
    <dsp:sp modelId="{300FE987-9A49-44CD-A9C1-0CAD00627CBA}">
      <dsp:nvSpPr>
        <dsp:cNvPr id="0" name=""/>
        <dsp:cNvSpPr/>
      </dsp:nvSpPr>
      <dsp:spPr>
        <a:xfrm>
          <a:off x="7053951" y="2362825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Drawing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Drawing is done to pull the threads through the frame of weaving machine.</a:t>
          </a:r>
          <a:endParaRPr lang="en-PK" sz="900" kern="1200" dirty="0"/>
        </a:p>
      </dsp:txBody>
      <dsp:txXfrm>
        <a:off x="7083443" y="2392317"/>
        <a:ext cx="1619239" cy="947949"/>
      </dsp:txXfrm>
    </dsp:sp>
    <dsp:sp modelId="{DC3AE484-41F7-49A8-9E15-667755984E34}">
      <dsp:nvSpPr>
        <dsp:cNvPr id="0" name=""/>
        <dsp:cNvSpPr/>
      </dsp:nvSpPr>
      <dsp:spPr>
        <a:xfrm rot="10800000">
          <a:off x="6550484" y="2658192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10800000">
        <a:off x="6657219" y="2741432"/>
        <a:ext cx="249048" cy="249719"/>
      </dsp:txXfrm>
    </dsp:sp>
    <dsp:sp modelId="{2A94AB94-D086-4BE8-A3E1-7AE00F6D366A}">
      <dsp:nvSpPr>
        <dsp:cNvPr id="0" name=""/>
        <dsp:cNvSpPr/>
      </dsp:nvSpPr>
      <dsp:spPr>
        <a:xfrm>
          <a:off x="4704438" y="2362825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Denting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Denting signifies drawing the thread according to the reed plan. (Specifies the fabric width and ends per inches</a:t>
          </a:r>
          <a:endParaRPr lang="en-PK" sz="900" kern="1200" dirty="0"/>
        </a:p>
      </dsp:txBody>
      <dsp:txXfrm>
        <a:off x="4733930" y="2392317"/>
        <a:ext cx="1619239" cy="947949"/>
      </dsp:txXfrm>
    </dsp:sp>
    <dsp:sp modelId="{D78C9A4B-174B-4141-BA8C-30189F735924}">
      <dsp:nvSpPr>
        <dsp:cNvPr id="0" name=""/>
        <dsp:cNvSpPr/>
      </dsp:nvSpPr>
      <dsp:spPr>
        <a:xfrm rot="10800000">
          <a:off x="4200971" y="2658192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10800000">
        <a:off x="4307706" y="2741432"/>
        <a:ext cx="249048" cy="249719"/>
      </dsp:txXfrm>
    </dsp:sp>
    <dsp:sp modelId="{8632F371-6590-4631-A973-853BC9D0D84F}">
      <dsp:nvSpPr>
        <dsp:cNvPr id="0" name=""/>
        <dsp:cNvSpPr/>
      </dsp:nvSpPr>
      <dsp:spPr>
        <a:xfrm>
          <a:off x="2354926" y="2362825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Looming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When the new warp beam arrives from sizing. It is attached to the old threads of the beam.</a:t>
          </a:r>
          <a:endParaRPr lang="en-PK" sz="900" kern="1200" dirty="0"/>
        </a:p>
      </dsp:txBody>
      <dsp:txXfrm>
        <a:off x="2384418" y="2392317"/>
        <a:ext cx="1619239" cy="947949"/>
      </dsp:txXfrm>
    </dsp:sp>
    <dsp:sp modelId="{54AA6852-93B6-4C67-B08A-1051BEE1E49C}">
      <dsp:nvSpPr>
        <dsp:cNvPr id="0" name=""/>
        <dsp:cNvSpPr/>
      </dsp:nvSpPr>
      <dsp:spPr>
        <a:xfrm rot="10800000">
          <a:off x="1851459" y="2658192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10800000">
        <a:off x="1958194" y="2741432"/>
        <a:ext cx="249048" cy="249719"/>
      </dsp:txXfrm>
    </dsp:sp>
    <dsp:sp modelId="{6CDAA061-6A3F-462C-B66C-D1C56CB42158}">
      <dsp:nvSpPr>
        <dsp:cNvPr id="0" name=""/>
        <dsp:cNvSpPr/>
      </dsp:nvSpPr>
      <dsp:spPr>
        <a:xfrm>
          <a:off x="5413" y="2362825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Weaving</a:t>
          </a:r>
          <a:endParaRPr lang="en-PK" sz="1400" b="1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Finally Weaving is started and others process will be followed for delivery.</a:t>
          </a:r>
          <a:endParaRPr lang="en-PK" sz="900" kern="1200" dirty="0"/>
        </a:p>
      </dsp:txBody>
      <dsp:txXfrm>
        <a:off x="34905" y="2392317"/>
        <a:ext cx="1619239" cy="947949"/>
      </dsp:txXfrm>
    </dsp:sp>
    <dsp:sp modelId="{45AA124E-2066-4A11-995E-FAE3E0AB385F}">
      <dsp:nvSpPr>
        <dsp:cNvPr id="0" name=""/>
        <dsp:cNvSpPr/>
      </dsp:nvSpPr>
      <dsp:spPr>
        <a:xfrm rot="5400000">
          <a:off x="666633" y="3487235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 rot="-5400000">
        <a:off x="719666" y="3517443"/>
        <a:ext cx="249719" cy="249048"/>
      </dsp:txXfrm>
    </dsp:sp>
    <dsp:sp modelId="{8F72EE68-3042-4764-935D-74BE8C11A0A9}">
      <dsp:nvSpPr>
        <dsp:cNvPr id="0" name=""/>
        <dsp:cNvSpPr/>
      </dsp:nvSpPr>
      <dsp:spPr>
        <a:xfrm>
          <a:off x="5413" y="4041048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Take off the Fabric Role</a:t>
          </a:r>
          <a:endParaRPr lang="en-PK" sz="1400" b="1" kern="1200" dirty="0"/>
        </a:p>
      </dsp:txBody>
      <dsp:txXfrm>
        <a:off x="34905" y="4070540"/>
        <a:ext cx="1619239" cy="947949"/>
      </dsp:txXfrm>
    </dsp:sp>
    <dsp:sp modelId="{1CA94EA3-1614-4FCD-9B52-4614AA9B4ED2}">
      <dsp:nvSpPr>
        <dsp:cNvPr id="0" name=""/>
        <dsp:cNvSpPr/>
      </dsp:nvSpPr>
      <dsp:spPr>
        <a:xfrm>
          <a:off x="1831320" y="4336416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1831320" y="4419656"/>
        <a:ext cx="249048" cy="249719"/>
      </dsp:txXfrm>
    </dsp:sp>
    <dsp:sp modelId="{935C0B7C-F9F6-4F00-9829-B43A31EBC54D}">
      <dsp:nvSpPr>
        <dsp:cNvPr id="0" name=""/>
        <dsp:cNvSpPr/>
      </dsp:nvSpPr>
      <dsp:spPr>
        <a:xfrm>
          <a:off x="2354926" y="4041048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Fabric Inspection</a:t>
          </a:r>
          <a:endParaRPr lang="en-PK" sz="2000" b="1" kern="1200" dirty="0"/>
        </a:p>
      </dsp:txBody>
      <dsp:txXfrm>
        <a:off x="2384418" y="4070540"/>
        <a:ext cx="1619239" cy="947949"/>
      </dsp:txXfrm>
    </dsp:sp>
    <dsp:sp modelId="{9294FA71-4E87-4B44-9304-910FD8D9B3B2}">
      <dsp:nvSpPr>
        <dsp:cNvPr id="0" name=""/>
        <dsp:cNvSpPr/>
      </dsp:nvSpPr>
      <dsp:spPr>
        <a:xfrm>
          <a:off x="4180833" y="4336416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4180833" y="4419656"/>
        <a:ext cx="249048" cy="249719"/>
      </dsp:txXfrm>
    </dsp:sp>
    <dsp:sp modelId="{39D32EA7-6FC5-4879-9FE3-EC2FB2553215}">
      <dsp:nvSpPr>
        <dsp:cNvPr id="0" name=""/>
        <dsp:cNvSpPr/>
      </dsp:nvSpPr>
      <dsp:spPr>
        <a:xfrm>
          <a:off x="4704438" y="4041048"/>
          <a:ext cx="1678223" cy="1006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Delivery</a:t>
          </a:r>
          <a:endParaRPr lang="en-PK" sz="2000" b="1" kern="1200" dirty="0"/>
        </a:p>
      </dsp:txBody>
      <dsp:txXfrm>
        <a:off x="4733930" y="4070540"/>
        <a:ext cx="1619239" cy="947949"/>
      </dsp:txXfrm>
    </dsp:sp>
    <dsp:sp modelId="{099CBC29-F179-441A-A7FB-720E1306BCCA}">
      <dsp:nvSpPr>
        <dsp:cNvPr id="0" name=""/>
        <dsp:cNvSpPr/>
      </dsp:nvSpPr>
      <dsp:spPr>
        <a:xfrm>
          <a:off x="6530345" y="4336416"/>
          <a:ext cx="355783" cy="4161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900" kern="1200"/>
        </a:p>
      </dsp:txBody>
      <dsp:txXfrm>
        <a:off x="6530345" y="4419656"/>
        <a:ext cx="249048" cy="249719"/>
      </dsp:txXfrm>
    </dsp:sp>
    <dsp:sp modelId="{6D12F8D0-38BA-4E2F-9C9C-7611DB6F54B6}">
      <dsp:nvSpPr>
        <dsp:cNvPr id="0" name=""/>
        <dsp:cNvSpPr/>
      </dsp:nvSpPr>
      <dsp:spPr>
        <a:xfrm>
          <a:off x="7053951" y="4041048"/>
          <a:ext cx="1678223" cy="10069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End</a:t>
          </a:r>
          <a:endParaRPr lang="en-PK" sz="2000" b="1" kern="1200" dirty="0"/>
        </a:p>
      </dsp:txBody>
      <dsp:txXfrm>
        <a:off x="7299721" y="4188510"/>
        <a:ext cx="1186683" cy="712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458EB-B701-4C7A-915E-4F92BE0635D7}">
      <dsp:nvSpPr>
        <dsp:cNvPr id="0" name=""/>
        <dsp:cNvSpPr/>
      </dsp:nvSpPr>
      <dsp:spPr>
        <a:xfrm>
          <a:off x="3793066" y="2438400"/>
          <a:ext cx="2980266" cy="2980266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Order Winners</a:t>
          </a:r>
        </a:p>
      </dsp:txBody>
      <dsp:txXfrm>
        <a:off x="4392232" y="3136513"/>
        <a:ext cx="1781934" cy="1531918"/>
      </dsp:txXfrm>
    </dsp:sp>
    <dsp:sp modelId="{A0F3219E-5CB3-4FFB-A72E-DD4620709984}">
      <dsp:nvSpPr>
        <dsp:cNvPr id="0" name=""/>
        <dsp:cNvSpPr/>
      </dsp:nvSpPr>
      <dsp:spPr>
        <a:xfrm>
          <a:off x="2059093" y="1733973"/>
          <a:ext cx="2167466" cy="216746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Providing Top Quality</a:t>
          </a:r>
        </a:p>
      </dsp:txBody>
      <dsp:txXfrm>
        <a:off x="2604759" y="2282937"/>
        <a:ext cx="1076134" cy="1069538"/>
      </dsp:txXfrm>
    </dsp:sp>
    <dsp:sp modelId="{A34D58A3-DBFE-4A99-980D-C94042D21C8B}">
      <dsp:nvSpPr>
        <dsp:cNvPr id="0" name=""/>
        <dsp:cNvSpPr/>
      </dsp:nvSpPr>
      <dsp:spPr>
        <a:xfrm rot="20700000">
          <a:off x="3273095" y="238642"/>
          <a:ext cx="2123675" cy="212367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Flexibility</a:t>
          </a:r>
        </a:p>
      </dsp:txBody>
      <dsp:txXfrm rot="-20700000">
        <a:off x="3738879" y="704426"/>
        <a:ext cx="1192106" cy="1192106"/>
      </dsp:txXfrm>
    </dsp:sp>
    <dsp:sp modelId="{17E62EC9-A988-4244-A335-7D21A6DD436E}">
      <dsp:nvSpPr>
        <dsp:cNvPr id="0" name=""/>
        <dsp:cNvSpPr/>
      </dsp:nvSpPr>
      <dsp:spPr>
        <a:xfrm>
          <a:off x="3577577" y="1980864"/>
          <a:ext cx="3814741" cy="3814741"/>
        </a:xfrm>
        <a:prstGeom prst="circularArrow">
          <a:avLst>
            <a:gd name="adj1" fmla="val 4688"/>
            <a:gd name="adj2" fmla="val 299029"/>
            <a:gd name="adj3" fmla="val 2539295"/>
            <a:gd name="adj4" fmla="val 1581232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7E493-F928-4A22-8FE6-98053DD72D45}">
      <dsp:nvSpPr>
        <dsp:cNvPr id="0" name=""/>
        <dsp:cNvSpPr/>
      </dsp:nvSpPr>
      <dsp:spPr>
        <a:xfrm>
          <a:off x="1675238" y="1249140"/>
          <a:ext cx="2771648" cy="277164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21D23-5D32-43EF-9D62-C851D8393E40}">
      <dsp:nvSpPr>
        <dsp:cNvPr id="0" name=""/>
        <dsp:cNvSpPr/>
      </dsp:nvSpPr>
      <dsp:spPr>
        <a:xfrm>
          <a:off x="2781867" y="-231776"/>
          <a:ext cx="2988394" cy="298839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075943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6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84963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5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1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0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138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929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7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0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35034E4-8786-442D-A9A4-10B85C475881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2230496-1725-422D-A91A-394E80A4C41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578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Fine Industries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62565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Presentation By:</a:t>
            </a:r>
            <a:br>
              <a:rPr lang="en-US" dirty="0"/>
            </a:br>
            <a:r>
              <a:rPr lang="en-US" dirty="0"/>
              <a:t>Abdul </a:t>
            </a:r>
            <a:r>
              <a:rPr lang="en-US" dirty="0" err="1"/>
              <a:t>Rehman</a:t>
            </a:r>
            <a:r>
              <a:rPr lang="en-US" dirty="0"/>
              <a:t> </a:t>
            </a:r>
            <a:r>
              <a:rPr lang="en-US" dirty="0" err="1"/>
              <a:t>Shaukat</a:t>
            </a:r>
            <a:endParaRPr lang="en-US" dirty="0"/>
          </a:p>
          <a:p>
            <a:r>
              <a:rPr lang="en-US" dirty="0" err="1"/>
              <a:t>Jehanzeb</a:t>
            </a:r>
            <a:r>
              <a:rPr lang="en-US" dirty="0"/>
              <a:t> </a:t>
            </a:r>
            <a:r>
              <a:rPr lang="en-US" dirty="0" err="1"/>
              <a:t>Shahzad</a:t>
            </a:r>
            <a:endParaRPr lang="en-US" dirty="0"/>
          </a:p>
          <a:p>
            <a:r>
              <a:rPr lang="en-US" dirty="0"/>
              <a:t>Mirza Kashif Ijaz</a:t>
            </a:r>
          </a:p>
          <a:p>
            <a:r>
              <a:rPr lang="en-US" dirty="0"/>
              <a:t>Muhammad Usman</a:t>
            </a:r>
          </a:p>
          <a:p>
            <a:r>
              <a:rPr lang="en-US" dirty="0"/>
              <a:t>Zain Khan</a:t>
            </a:r>
          </a:p>
        </p:txBody>
      </p:sp>
    </p:spTree>
    <p:extLst>
      <p:ext uri="{BB962C8B-B14F-4D97-AF65-F5344CB8AC3E}">
        <p14:creationId xmlns:p14="http://schemas.microsoft.com/office/powerpoint/2010/main" val="387715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45ED-3454-41B7-A159-49F72364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D36F-026D-46D4-AAB9-C85746BE5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primary objective of this report is to find out and study how operations management aligns with the operations of the company that we chose i.e., ‘Fine Industries’.</a:t>
            </a:r>
          </a:p>
          <a:p>
            <a:r>
              <a:rPr lang="en-US" sz="2000" dirty="0"/>
              <a:t>This report provides a detailed review of how the company carries out its operations. </a:t>
            </a:r>
          </a:p>
          <a:p>
            <a:r>
              <a:rPr lang="en-US" sz="2000" dirty="0"/>
              <a:t>We analyzed the company’s operations, competitive strategies, competitive priorities and the direct competitors of the company.</a:t>
            </a:r>
          </a:p>
          <a:p>
            <a:r>
              <a:rPr lang="en-US" sz="2000" dirty="0"/>
              <a:t>Found out how the company managed its production, labor and day-to-day activities.</a:t>
            </a:r>
          </a:p>
          <a:p>
            <a:r>
              <a:rPr lang="en-US" sz="2000" dirty="0"/>
              <a:t>Highlighted potential improvements which could further help to improve its operations.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5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0620-44B6-42C1-90FA-8D0AA0A7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AC15-3D76-4C68-BB9C-935945D3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Fine Industries’ is a private textile company which was founded in 1998. It expands over three acres located 17 km from Raiwind Road, Lahore, Punjab, Pakistan.</a:t>
            </a:r>
          </a:p>
          <a:p>
            <a:r>
              <a:rPr lang="en-US" sz="2000" dirty="0"/>
              <a:t>The company specializes in woven fabrics, cotton, polyester cotton and chief value cotton.</a:t>
            </a:r>
          </a:p>
          <a:p>
            <a:r>
              <a:rPr lang="en-US" sz="2000" dirty="0"/>
              <a:t>The company had started off its operations with just 8 weaving machines and more or less 20 employees. </a:t>
            </a:r>
          </a:p>
          <a:p>
            <a:r>
              <a:rPr lang="en-US" sz="2000" dirty="0"/>
              <a:t>It now sits at 35 machines and over 70 employees working 24/7. </a:t>
            </a:r>
          </a:p>
          <a:p>
            <a:r>
              <a:rPr lang="en-US" sz="2000" dirty="0"/>
              <a:t>The company offers a wide range of designs and dyed fabrics according to the clients’ needs. </a:t>
            </a:r>
          </a:p>
          <a:p>
            <a:r>
              <a:rPr lang="en-US" sz="2000" dirty="0"/>
              <a:t>It produces 9000,m of fabric with up to 12,000m as per demand.</a:t>
            </a:r>
          </a:p>
        </p:txBody>
      </p:sp>
    </p:spTree>
    <p:extLst>
      <p:ext uri="{BB962C8B-B14F-4D97-AF65-F5344CB8AC3E}">
        <p14:creationId xmlns:p14="http://schemas.microsoft.com/office/powerpoint/2010/main" val="236711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5C6D-8DC5-4FBD-8C44-0A5E0D92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85" y="175847"/>
            <a:ext cx="9601200" cy="1485900"/>
          </a:xfrm>
        </p:spPr>
        <p:txBody>
          <a:bodyPr/>
          <a:lstStyle/>
          <a:p>
            <a:r>
              <a:rPr lang="en-US" b="1" dirty="0"/>
              <a:t>Process Flow Chart</a:t>
            </a:r>
            <a:endParaRPr lang="en-PK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B2C88E-BE9A-4EF1-BE8E-36D6F6568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209786"/>
              </p:ext>
            </p:extLst>
          </p:nvPr>
        </p:nvGraphicFramePr>
        <p:xfrm>
          <a:off x="931985" y="404446"/>
          <a:ext cx="11087101" cy="5732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26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Priorities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“speed of the production process”. </a:t>
            </a:r>
          </a:p>
          <a:p>
            <a:r>
              <a:rPr lang="en-US" dirty="0"/>
              <a:t>competitors are capable of producing apparel</a:t>
            </a:r>
          </a:p>
          <a:p>
            <a:r>
              <a:rPr lang="en-US" dirty="0"/>
              <a:t>competitors rarely compete on price</a:t>
            </a:r>
          </a:p>
          <a:p>
            <a:r>
              <a:rPr lang="en-US" dirty="0"/>
              <a:t>to indulge in price wars is to demean their relationship</a:t>
            </a:r>
          </a:p>
          <a:p>
            <a:r>
              <a:rPr lang="en-US" dirty="0"/>
              <a:t>the industry competes on speed and time</a:t>
            </a:r>
          </a:p>
          <a:p>
            <a:r>
              <a:rPr lang="en-US" dirty="0"/>
              <a:t>firms with the highest amount of production speed get to cater to most of the market.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7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Priorities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 chooses to use old machinery, which was made in the 80s</a:t>
            </a:r>
          </a:p>
          <a:p>
            <a:r>
              <a:rPr lang="en-US" dirty="0"/>
              <a:t>new machines, like </a:t>
            </a:r>
            <a:r>
              <a:rPr lang="en-US" dirty="0" err="1"/>
              <a:t>Airjet</a:t>
            </a:r>
            <a:r>
              <a:rPr lang="en-US" dirty="0"/>
              <a:t>, are not capable of producing silk </a:t>
            </a:r>
          </a:p>
          <a:p>
            <a:r>
              <a:rPr lang="en-US" dirty="0"/>
              <a:t>Silk is prone to damage if preciseness is compromised</a:t>
            </a:r>
          </a:p>
          <a:p>
            <a:r>
              <a:rPr lang="en-US" dirty="0"/>
              <a:t>Old machines are slow but they are extremely precise so Fine uses old machines to maintain versatility in their product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54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Competition in the market is fierce but not hostile</a:t>
            </a:r>
          </a:p>
          <a:p>
            <a:r>
              <a:rPr lang="en-US" dirty="0"/>
              <a:t>However, it is imperative to maintain speed as there is a fixed delivery time for customers</a:t>
            </a:r>
          </a:p>
          <a:p>
            <a:r>
              <a:rPr lang="en-US" dirty="0"/>
              <a:t>B-to-B sales so any delay in delivery causes significant loss of output of the customer</a:t>
            </a:r>
          </a:p>
          <a:p>
            <a:r>
              <a:rPr lang="en-US" dirty="0"/>
              <a:t>has remained competent in this department and it aims to be the fastest producer in the entire industry.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28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intricate product knowledge</a:t>
            </a:r>
          </a:p>
          <a:p>
            <a:r>
              <a:rPr lang="en-US" dirty="0"/>
              <a:t>They have maintained speed and quality</a:t>
            </a:r>
          </a:p>
          <a:p>
            <a:r>
              <a:rPr lang="en-US" dirty="0"/>
              <a:t>secret is to use old machinery and make them work round the clock. </a:t>
            </a:r>
          </a:p>
          <a:p>
            <a:r>
              <a:rPr lang="en-US" dirty="0"/>
              <a:t>Old machinery allows Fine to be versatile</a:t>
            </a:r>
          </a:p>
          <a:p>
            <a:r>
              <a:rPr lang="en-US" dirty="0"/>
              <a:t>Old machines are slow</a:t>
            </a:r>
          </a:p>
          <a:p>
            <a:r>
              <a:rPr lang="en-US" dirty="0"/>
              <a:t>Fine runs the machinery 24/7 in order to compensate for lost time</a:t>
            </a:r>
          </a:p>
          <a:p>
            <a:r>
              <a:rPr lang="en-US" dirty="0"/>
              <a:t>Fine hires competent workers only and pays them generously </a:t>
            </a:r>
          </a:p>
        </p:txBody>
      </p:sp>
    </p:spTree>
    <p:extLst>
      <p:ext uri="{BB962C8B-B14F-4D97-AF65-F5344CB8AC3E}">
        <p14:creationId xmlns:p14="http://schemas.microsoft.com/office/powerpoint/2010/main" val="185931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Strategies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2032000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975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Quality</a:t>
            </a:r>
          </a:p>
          <a:p>
            <a:pPr lvl="1"/>
            <a:r>
              <a:rPr lang="en-US" dirty="0"/>
              <a:t>top and consistent quality</a:t>
            </a:r>
          </a:p>
          <a:p>
            <a:pPr lvl="1"/>
            <a:r>
              <a:rPr lang="en-US" dirty="0"/>
              <a:t>similar competitive strategy of Shafi Textiles and Zaifer Textiles (direct competitors)</a:t>
            </a:r>
          </a:p>
          <a:p>
            <a:pPr lvl="1"/>
            <a:r>
              <a:rPr lang="en-US" dirty="0"/>
              <a:t>industry average of defect rate is around 5-7 percent</a:t>
            </a:r>
          </a:p>
          <a:p>
            <a:pPr lvl="1"/>
            <a:r>
              <a:rPr lang="en-US" dirty="0"/>
              <a:t>promises and delivers a defect rate of lower than 1-2 percent</a:t>
            </a:r>
          </a:p>
          <a:p>
            <a:pPr lvl="1"/>
            <a:r>
              <a:rPr lang="en-US" dirty="0"/>
              <a:t>buy’s the best quality raw material from companies such as </a:t>
            </a:r>
            <a:r>
              <a:rPr lang="en-US" dirty="0" err="1"/>
              <a:t>Nishat</a:t>
            </a:r>
            <a:endParaRPr lang="en-US" dirty="0"/>
          </a:p>
          <a:p>
            <a:pPr lvl="1"/>
            <a:r>
              <a:rPr lang="en-US" dirty="0"/>
              <a:t>fixed suppliers</a:t>
            </a:r>
          </a:p>
          <a:p>
            <a:pPr lvl="1"/>
            <a:r>
              <a:rPr lang="en-US" dirty="0"/>
              <a:t>extensive quality checks</a:t>
            </a:r>
          </a:p>
          <a:p>
            <a:pPr lvl="1"/>
            <a:r>
              <a:rPr lang="en-US" dirty="0"/>
              <a:t>completive edge that only a few companies including Fine Industries have the machinery to produce high quality silk.</a:t>
            </a:r>
          </a:p>
        </p:txBody>
      </p:sp>
    </p:spTree>
    <p:extLst>
      <p:ext uri="{BB962C8B-B14F-4D97-AF65-F5344CB8AC3E}">
        <p14:creationId xmlns:p14="http://schemas.microsoft.com/office/powerpoint/2010/main" val="235380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80212" cy="1325563"/>
          </a:xfrm>
        </p:spPr>
        <p:txBody>
          <a:bodyPr/>
          <a:lstStyle/>
          <a:p>
            <a:pPr algn="ctr"/>
            <a:r>
              <a:rPr lang="en-US" dirty="0"/>
              <a:t>Quality Check Table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429" y="1811977"/>
            <a:ext cx="2450347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332" y="1811977"/>
            <a:ext cx="3264408" cy="4352544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121430" y="0"/>
            <a:ext cx="48802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Quality Card</a:t>
            </a:r>
          </a:p>
        </p:txBody>
      </p:sp>
    </p:spTree>
    <p:extLst>
      <p:ext uri="{BB962C8B-B14F-4D97-AF65-F5344CB8AC3E}">
        <p14:creationId xmlns:p14="http://schemas.microsoft.com/office/powerpoint/2010/main" val="2080975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Competitive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  <a:p>
            <a:pPr lvl="1"/>
            <a:r>
              <a:rPr lang="en-US" dirty="0"/>
              <a:t>flexibility in terms of customization and output size</a:t>
            </a:r>
          </a:p>
          <a:p>
            <a:pPr lvl="1"/>
            <a:r>
              <a:rPr lang="en-US" dirty="0"/>
              <a:t>excess capacity machinery</a:t>
            </a:r>
          </a:p>
          <a:p>
            <a:pPr lvl="1"/>
            <a:r>
              <a:rPr lang="en-US" dirty="0"/>
              <a:t>excess workers hired on full time basis</a:t>
            </a:r>
          </a:p>
          <a:p>
            <a:pPr lvl="1"/>
            <a:r>
              <a:rPr lang="en-US" dirty="0"/>
              <a:t>can produce almost any type of cloth being it a single shade, multiple shades or one design or even multiple designs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8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Capacity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AE80A-571A-4CF8-A6DA-7AEA09941C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82" y="2171700"/>
            <a:ext cx="7230035" cy="406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3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BD1A-CAC4-478C-9C85-26F4BCB9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Identified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22ED-9802-4D99-8301-0156914AA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employ over 70 employees and have accommodation of less than 15% of their labor. </a:t>
            </a:r>
            <a:r>
              <a:rPr lang="en-US" sz="1800" dirty="0">
                <a:latin typeface="Times New Roman" panose="02020603050405020304" pitchFamily="18" charset="0"/>
              </a:rPr>
              <a:t>(12  employees)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24-hour work day is divided into three shifts with each shift being 8 hours long.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Each shift requires 20 workers to keep the 30 machines running. </a:t>
            </a:r>
            <a:endParaRPr lang="x-none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accommodate 10 machine workers and 2 guards on the facility.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Therefore, during the night shift only half of the production is done. </a:t>
            </a:r>
          </a:p>
          <a:p>
            <a:endParaRPr lang="en-US" sz="1800" dirty="0">
              <a:latin typeface="Times New Roman" panose="02020603050405020304" pitchFamily="18" charset="0"/>
            </a:endParaRPr>
          </a:p>
          <a:p>
            <a:endParaRPr lang="x-none" sz="1800" dirty="0">
              <a:latin typeface="Times New Roman" panose="02020603050405020304" pitchFamily="18" charset="0"/>
            </a:endParaRPr>
          </a:p>
          <a:p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9A486-7A7D-4A2D-A3D9-6BF9E1864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546" y="3968230"/>
            <a:ext cx="2975454" cy="28624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390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1060-3076-4178-8F0E-2102AD4B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A11F-4D42-4759-ADEC-150D472B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Build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accommodation for 10 employees in </a:t>
            </a:r>
            <a:b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the un utilized land.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Advantages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ore workers would be available on facility which 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would lead to increase in production levels during all shifts.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More production would increase revenues to the firm</a:t>
            </a:r>
          </a:p>
          <a:p>
            <a:pPr lvl="1"/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012A8-1917-4588-AF17-7D78B7726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902" y="1825625"/>
            <a:ext cx="4345255" cy="234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0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3275-F412-4F53-A0CC-FC84E873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Identified (Cont.)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4A5DA-EE42-45E2-BF46-BC7C0072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 Handling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only weave the cloth which means that they have to send the yarn to other firms who provide them with the facility of sizing.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packaging of yarn is in boxes.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88125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CCBDF2-FB79-4F8E-94DD-85B112195621}"/>
              </a:ext>
            </a:extLst>
          </p:cNvPr>
          <p:cNvGrpSpPr/>
          <p:nvPr/>
        </p:nvGrpSpPr>
        <p:grpSpPr>
          <a:xfrm>
            <a:off x="2255641" y="814529"/>
            <a:ext cx="7680716" cy="5362434"/>
            <a:chOff x="639338" y="3188354"/>
            <a:chExt cx="3867785" cy="330452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3305BA-7144-44B2-AB5A-89FCF76A1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338" y="3590290"/>
              <a:ext cx="3867785" cy="290258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CEC51D-123F-432E-9B8F-CBC964024D4B}"/>
                </a:ext>
              </a:extLst>
            </p:cNvPr>
            <p:cNvSpPr txBox="1"/>
            <p:nvPr/>
          </p:nvSpPr>
          <p:spPr>
            <a:xfrm>
              <a:off x="1132964" y="3188354"/>
              <a:ext cx="2880532" cy="360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Packaging of Yarn (48-50kg)</a:t>
              </a:r>
              <a:endParaRPr lang="x-none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16550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3275-F412-4F53-A0CC-FC84E873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Identified (Cont.)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4A5DA-EE42-45E2-BF46-BC7C0072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 Handling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only weave the cloth which means that they have to send the yarn to other firms who provide them with the facility of sizing.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packaging of yarn is in boxes.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Unloading of large spools from the sizing unit is also extremely hard, manual chain hoist is used for that purpose.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80665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079F21-5607-4768-ACA8-495BA2515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382" y="1551858"/>
            <a:ext cx="6977692" cy="5236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95D508-2C35-4931-9F6B-0EC15B4DEE6A}"/>
              </a:ext>
            </a:extLst>
          </p:cNvPr>
          <p:cNvSpPr txBox="1"/>
          <p:nvPr/>
        </p:nvSpPr>
        <p:spPr>
          <a:xfrm>
            <a:off x="1497990" y="455691"/>
            <a:ext cx="9196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Large Spools (3.5 Tones with yarn and 300kg empty)</a:t>
            </a:r>
            <a:endParaRPr lang="x-none" sz="3200" b="1" dirty="0"/>
          </a:p>
        </p:txBody>
      </p:sp>
    </p:spTree>
    <p:extLst>
      <p:ext uri="{BB962C8B-B14F-4D97-AF65-F5344CB8AC3E}">
        <p14:creationId xmlns:p14="http://schemas.microsoft.com/office/powerpoint/2010/main" val="2351013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3275-F412-4F53-A0CC-FC84E873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Identified (Cont.)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4A5DA-EE42-45E2-BF46-BC7C0072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 Handling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only weave the cloth which means that they have to send the yarn to other firms who provide them with the facility of sizing.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packaging of yarn is in boxes.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Unloading of large spools from the sizing unit is also extremely hard, manual chain hoist is used for that purpose.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4B940-0ABC-486E-8026-04D7BB1390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5"/>
          <a:stretch/>
        </p:blipFill>
        <p:spPr bwMode="auto">
          <a:xfrm>
            <a:off x="7277222" y="4397888"/>
            <a:ext cx="3695578" cy="24601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3453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1482-56E1-4FAB-B863-C7CC743A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4AEA-9548-4C6D-AD51-1DC8B3EFC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The job can be made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easier and more time effective for the employees if a fork lifter was utilized for the purpose.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Material produced can be stored on pallets which can then be lifted via lifter and loaded into the trucks easily.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anual fork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lifter would make the job of carrying the heavy boxes and large spools to the stores and then to production facility easier. 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93641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nual Lifter 3 Ton Hand Lift Truck - Buy Manual Lifter,Hand Lift Truck,Manual  Lifter 3 Ton Hand Lift Truck Product on Alibaba.com">
            <a:extLst>
              <a:ext uri="{FF2B5EF4-FFF2-40B4-BE49-F238E27FC236}">
                <a16:creationId xmlns:a16="http://schemas.microsoft.com/office/drawing/2014/main" id="{BC173170-E070-4E52-B03B-66E343962E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756" y="1027906"/>
            <a:ext cx="5188487" cy="46977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12A09-2572-4449-8833-3CCB403BF66A}"/>
              </a:ext>
            </a:extLst>
          </p:cNvPr>
          <p:cNvSpPr txBox="1"/>
          <p:nvPr/>
        </p:nvSpPr>
        <p:spPr>
          <a:xfrm>
            <a:off x="2769577" y="281354"/>
            <a:ext cx="7148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Manual Fork Lifter</a:t>
            </a:r>
            <a:endParaRPr lang="x-none" sz="3200" b="1" dirty="0"/>
          </a:p>
        </p:txBody>
      </p:sp>
    </p:spTree>
    <p:extLst>
      <p:ext uri="{BB962C8B-B14F-4D97-AF65-F5344CB8AC3E}">
        <p14:creationId xmlns:p14="http://schemas.microsoft.com/office/powerpoint/2010/main" val="283317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1482-56E1-4FAB-B863-C7CC743A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4AEA-9548-4C6D-AD51-1DC8B3EFC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The job can be made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easier and more time effective for the employees if a fork lifter was utilized for the purpose.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Material produced can be stored on pallets which can then be lifted via lifter and loaded into the trucks easily.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anual fork lifter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would make the job of carrying the heavy boxes and large spools to the stores and then to production facility easier.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Manual hydraulic fork lifter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readily available in Pakistan which can lift the pallet to a trucks height to make loading unloading easy.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70869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CB4EAF-82F9-498C-A3D2-E3D241FBE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216" y="999074"/>
            <a:ext cx="7015563" cy="541051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0108C5-0B47-4270-8642-AB4827D35346}"/>
              </a:ext>
            </a:extLst>
          </p:cNvPr>
          <p:cNvSpPr txBox="1"/>
          <p:nvPr/>
        </p:nvSpPr>
        <p:spPr>
          <a:xfrm>
            <a:off x="2658206" y="475854"/>
            <a:ext cx="6875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Manual hydraulic fork lifter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1484708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1482-56E1-4FAB-B863-C7CC743A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(Cont.)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4AEA-9548-4C6D-AD51-1DC8B3EFC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The job can be made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easier and more time effective for the employees if a fork lifter was utilized for the purpose.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Material produced can be stored on pallets which can then be lifted via lifter and loaded into the trucks easily. 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anual fork lifter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would make the job of carrying the heavy boxes and large spools to the stores and then to production facility easier. 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Manual hydraulic fork lifter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readily available in Pakistan which can lift the pallets to a trucks height to make loading unloading easy.</a:t>
            </a:r>
            <a:endParaRPr lang="x-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80853-3834-4215-BBA6-1D8323693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072" y="4949869"/>
            <a:ext cx="6049900" cy="190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66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9450-5B17-4647-B9D8-586B7353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Problems identified (Cont.)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5670-F120-1B49-9691-E365D5C8D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Cameras </a:t>
            </a:r>
          </a:p>
          <a:p>
            <a:pPr>
              <a:lnSpc>
                <a:spcPct val="150000"/>
              </a:lnSpc>
            </a:pPr>
            <a:r>
              <a:rPr lang="en-GB" dirty="0"/>
              <a:t>Facility had no CCTV camera installed</a:t>
            </a:r>
          </a:p>
          <a:p>
            <a:pPr>
              <a:lnSpc>
                <a:spcPct val="150000"/>
              </a:lnSpc>
            </a:pPr>
            <a:r>
              <a:rPr lang="en-GB" dirty="0"/>
              <a:t>Labour commit Fraud</a:t>
            </a:r>
          </a:p>
          <a:p>
            <a:pPr>
              <a:lnSpc>
                <a:spcPct val="150000"/>
              </a:lnSpc>
            </a:pPr>
            <a:r>
              <a:rPr lang="en-GB" dirty="0"/>
              <a:t>Needed to instil fear in employees</a:t>
            </a:r>
          </a:p>
          <a:p>
            <a:pPr>
              <a:lnSpc>
                <a:spcPct val="150000"/>
              </a:lnSpc>
            </a:pPr>
            <a:r>
              <a:rPr lang="en-GB" dirty="0"/>
              <a:t>Stop unnecessary delays in Production</a:t>
            </a:r>
          </a:p>
          <a:p>
            <a:pPr>
              <a:lnSpc>
                <a:spcPct val="150000"/>
              </a:lnSpc>
            </a:pPr>
            <a:r>
              <a:rPr lang="en-GB" dirty="0"/>
              <a:t>Loss on revenue due to capacity gaps</a:t>
            </a:r>
          </a:p>
          <a:p>
            <a:endParaRPr lang="en-GB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1273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5ADF-3691-DF4A-BAC8-F260F07C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CF7EB-554B-B845-A86F-B931E19C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Set up a night vision camera for industrial purpose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Lorex</a:t>
            </a:r>
            <a:r>
              <a:rPr lang="en-US" dirty="0"/>
              <a:t> American brand 16 Cameras (32-Channel NVR System with 4K (8MP) IP Cameras) Costs: 310000 Rupees</a:t>
            </a:r>
          </a:p>
          <a:p>
            <a:pPr>
              <a:lnSpc>
                <a:spcPct val="120000"/>
              </a:lnSpc>
            </a:pPr>
            <a:r>
              <a:rPr lang="en-US" dirty="0"/>
              <a:t>Advantages:</a:t>
            </a:r>
          </a:p>
          <a:p>
            <a:pPr lvl="1">
              <a:lnSpc>
                <a:spcPct val="120000"/>
              </a:lnSpc>
              <a:buFont typeface="Times New Roman" panose="02020603050405020304" pitchFamily="18" charset="0"/>
              <a:buChar char="-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fear being watched</a:t>
            </a:r>
          </a:p>
          <a:p>
            <a:pPr lvl="1">
              <a:lnSpc>
                <a:spcPct val="120000"/>
              </a:lnSpc>
              <a:buFont typeface="Times New Roman" panose="02020603050405020304" pitchFamily="18" charset="0"/>
              <a:buChar char="-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 employees identified replaced with more productive</a:t>
            </a:r>
          </a:p>
          <a:p>
            <a:pPr lvl="1">
              <a:lnSpc>
                <a:spcPct val="120000"/>
              </a:lnSpc>
              <a:buFont typeface="Times New Roman" panose="02020603050405020304" pitchFamily="18" charset="0"/>
              <a:buChar char="-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unnecessary halt of production </a:t>
            </a:r>
          </a:p>
          <a:p>
            <a:pPr lvl="1">
              <a:lnSpc>
                <a:spcPct val="120000"/>
              </a:lnSpc>
              <a:buFont typeface="Times New Roman" panose="02020603050405020304" pitchFamily="18" charset="0"/>
              <a:buChar char="-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Productivity as loop holes identified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7DE62-63AA-408E-81D7-420FB12642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77788"/>
            <a:ext cx="2387600" cy="159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30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86AC6-8F49-45C4-B8B8-BF33D0308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" y="0"/>
            <a:ext cx="6089234" cy="3429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AE80A-571A-4CF8-A6DA-7AEA09941C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058EB-5F26-4A31-89AE-708D502688C8}"/>
              </a:ext>
            </a:extLst>
          </p:cNvPr>
          <p:cNvSpPr txBox="1"/>
          <p:nvPr/>
        </p:nvSpPr>
        <p:spPr>
          <a:xfrm>
            <a:off x="7342647" y="737119"/>
            <a:ext cx="48425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Finished Goods Hall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D9ECFF1A-2632-449F-8B95-A4A849EDDA46}"/>
              </a:ext>
            </a:extLst>
          </p:cNvPr>
          <p:cNvSpPr/>
          <p:nvPr/>
        </p:nvSpPr>
        <p:spPr>
          <a:xfrm>
            <a:off x="6195527" y="1250302"/>
            <a:ext cx="1026367" cy="923731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9AFA14E-3498-4D99-9C14-C919305A9FA5}"/>
              </a:ext>
            </a:extLst>
          </p:cNvPr>
          <p:cNvSpPr/>
          <p:nvPr/>
        </p:nvSpPr>
        <p:spPr>
          <a:xfrm>
            <a:off x="4954555" y="4805265"/>
            <a:ext cx="1045029" cy="89573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D1724-B9BD-49AF-B6C6-1D26DD007922}"/>
              </a:ext>
            </a:extLst>
          </p:cNvPr>
          <p:cNvSpPr txBox="1"/>
          <p:nvPr/>
        </p:nvSpPr>
        <p:spPr>
          <a:xfrm>
            <a:off x="307910" y="4310743"/>
            <a:ext cx="4550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Production Hall</a:t>
            </a:r>
          </a:p>
        </p:txBody>
      </p:sp>
    </p:spTree>
    <p:extLst>
      <p:ext uri="{BB962C8B-B14F-4D97-AF65-F5344CB8AC3E}">
        <p14:creationId xmlns:p14="http://schemas.microsoft.com/office/powerpoint/2010/main" val="246011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48799-D39F-448C-BC76-CDDBCDB67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" y="0"/>
            <a:ext cx="6089234" cy="3429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9A488-1207-47DE-98F9-E3DE78C26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6089234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0014B-A853-4EFD-86AD-FB1E85369201}"/>
              </a:ext>
            </a:extLst>
          </p:cNvPr>
          <p:cNvSpPr txBox="1"/>
          <p:nvPr/>
        </p:nvSpPr>
        <p:spPr>
          <a:xfrm>
            <a:off x="363894" y="4174004"/>
            <a:ext cx="43667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MRO(Maintenance/repair/operating) Inventory</a:t>
            </a:r>
            <a:endParaRPr lang="en-US" sz="40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7D3CF7-0D90-4C86-9527-4BBFFFDBEC24}"/>
              </a:ext>
            </a:extLst>
          </p:cNvPr>
          <p:cNvSpPr/>
          <p:nvPr/>
        </p:nvSpPr>
        <p:spPr>
          <a:xfrm>
            <a:off x="4851918" y="4749282"/>
            <a:ext cx="1166327" cy="85841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B629E902-C1A6-488D-B3D1-638F3676DAAB}"/>
              </a:ext>
            </a:extLst>
          </p:cNvPr>
          <p:cNvSpPr/>
          <p:nvPr/>
        </p:nvSpPr>
        <p:spPr>
          <a:xfrm>
            <a:off x="6167535" y="1352939"/>
            <a:ext cx="1119673" cy="914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2FB5C-5BCD-401E-BA4B-E738D34B5D5A}"/>
              </a:ext>
            </a:extLst>
          </p:cNvPr>
          <p:cNvSpPr txBox="1"/>
          <p:nvPr/>
        </p:nvSpPr>
        <p:spPr>
          <a:xfrm>
            <a:off x="7427167" y="662473"/>
            <a:ext cx="4292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Raw Material Hall</a:t>
            </a:r>
          </a:p>
        </p:txBody>
      </p:sp>
    </p:spTree>
    <p:extLst>
      <p:ext uri="{BB962C8B-B14F-4D97-AF65-F5344CB8AC3E}">
        <p14:creationId xmlns:p14="http://schemas.microsoft.com/office/powerpoint/2010/main" val="1001136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E291-5434-44B7-9EBB-4B6D4C4F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10" y="307910"/>
            <a:ext cx="10515600" cy="1325563"/>
          </a:xfrm>
        </p:spPr>
        <p:txBody>
          <a:bodyPr/>
          <a:lstStyle/>
          <a:p>
            <a:r>
              <a:rPr lang="en-GB" b="1" dirty="0"/>
              <a:t>Problems identified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3B01-0159-48C0-AD5F-87D3631B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9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MRO (Maintenance/repair/operating) Inventory:</a:t>
            </a:r>
          </a:p>
          <a:p>
            <a:r>
              <a:rPr lang="en-US" dirty="0"/>
              <a:t>Vital part of a manufacturing plant (300+ items) </a:t>
            </a:r>
          </a:p>
          <a:p>
            <a:r>
              <a:rPr lang="en-US" dirty="0"/>
              <a:t>Parts usually missing from store</a:t>
            </a:r>
          </a:p>
          <a:p>
            <a:r>
              <a:rPr lang="en-US" dirty="0"/>
              <a:t>Halting a particular machine stopped production, order delays</a:t>
            </a:r>
          </a:p>
          <a:p>
            <a:r>
              <a:rPr lang="en-US" dirty="0"/>
              <a:t>Plant located far from city</a:t>
            </a:r>
          </a:p>
          <a:p>
            <a:r>
              <a:rPr lang="en-US" dirty="0"/>
              <a:t>Increasing Idle labor and costs due to production halt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Proposed Solution</a:t>
            </a:r>
          </a:p>
          <a:p>
            <a:r>
              <a:rPr lang="en-US" dirty="0"/>
              <a:t>Again Use of CCTV footage to identify thief's</a:t>
            </a:r>
          </a:p>
        </p:txBody>
      </p:sp>
    </p:spTree>
    <p:extLst>
      <p:ext uri="{BB962C8B-B14F-4D97-AF65-F5344CB8AC3E}">
        <p14:creationId xmlns:p14="http://schemas.microsoft.com/office/powerpoint/2010/main" val="1457884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DD0EA3-1D95-41EA-A97D-C08EA40EF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533" y="0"/>
            <a:ext cx="8280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E356-0A29-422D-B4E0-B6E36BE9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Problems identified (Cont.)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2A5C0-572F-4A23-AEC9-48D02E44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Security</a:t>
            </a:r>
          </a:p>
          <a:p>
            <a:r>
              <a:rPr lang="en-US" dirty="0"/>
              <a:t>Stock can be stolen due to little height walls on both sides</a:t>
            </a:r>
          </a:p>
          <a:p>
            <a:r>
              <a:rPr lang="en-US" dirty="0"/>
              <a:t>Stolen at peak times or night times</a:t>
            </a:r>
          </a:p>
          <a:p>
            <a:r>
              <a:rPr lang="en-US" dirty="0"/>
              <a:t>Little walls can became a robbery cases</a:t>
            </a:r>
          </a:p>
          <a:p>
            <a:pPr marL="0" indent="0">
              <a:buNone/>
            </a:pPr>
            <a:r>
              <a:rPr lang="en-US" b="1" dirty="0"/>
              <a:t>Proposed Solution</a:t>
            </a:r>
          </a:p>
          <a:p>
            <a:r>
              <a:rPr lang="en-US" dirty="0"/>
              <a:t>A trusted person accommodated in the plant</a:t>
            </a:r>
          </a:p>
          <a:p>
            <a:r>
              <a:rPr lang="en-US" dirty="0"/>
              <a:t>Monitoring labor activities</a:t>
            </a:r>
          </a:p>
          <a:p>
            <a:r>
              <a:rPr lang="en-US" dirty="0"/>
              <a:t>Act as a laborer stopping any fraud activities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10541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42DF-362F-4F79-BB76-841E1856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Problems identified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9AB7-891C-4D5F-B6F3-879B5862C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Technology</a:t>
            </a:r>
          </a:p>
          <a:p>
            <a:r>
              <a:rPr lang="en-US" dirty="0"/>
              <a:t>Outdated manual report making</a:t>
            </a:r>
          </a:p>
          <a:p>
            <a:r>
              <a:rPr lang="en-US" dirty="0"/>
              <a:t>Use excel sheets to maintain stock</a:t>
            </a:r>
          </a:p>
          <a:p>
            <a:r>
              <a:rPr lang="en-US" dirty="0"/>
              <a:t>Leading to major inconveniences if system corrupts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Proposed Solution</a:t>
            </a:r>
          </a:p>
          <a:p>
            <a:r>
              <a:rPr lang="en-US" dirty="0"/>
              <a:t>Use software specially designed for their business</a:t>
            </a:r>
          </a:p>
          <a:p>
            <a:r>
              <a:rPr lang="en-US" dirty="0"/>
              <a:t>Easy Stock management</a:t>
            </a:r>
          </a:p>
          <a:p>
            <a:r>
              <a:rPr lang="en-US" dirty="0"/>
              <a:t>Convenience for owner to view stocks and reports on the go</a:t>
            </a:r>
          </a:p>
        </p:txBody>
      </p:sp>
    </p:spTree>
    <p:extLst>
      <p:ext uri="{BB962C8B-B14F-4D97-AF65-F5344CB8AC3E}">
        <p14:creationId xmlns:p14="http://schemas.microsoft.com/office/powerpoint/2010/main" val="2622703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595D-426B-43E5-A2CB-3F164BA9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D026-6D65-4CD5-A62C-944E6BE4A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Less labor needed (one database entry)</a:t>
            </a:r>
          </a:p>
          <a:p>
            <a:pPr>
              <a:lnSpc>
                <a:spcPct val="100000"/>
              </a:lnSpc>
            </a:pPr>
            <a:r>
              <a:rPr lang="en-US" dirty="0"/>
              <a:t>Labor can do other tasks too</a:t>
            </a:r>
          </a:p>
          <a:p>
            <a:pPr>
              <a:lnSpc>
                <a:spcPct val="100000"/>
              </a:lnSpc>
            </a:pPr>
            <a:r>
              <a:rPr lang="en-US" dirty="0"/>
              <a:t>Server maintained in case of emergencies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Companies to contact for Software Making</a:t>
            </a:r>
          </a:p>
          <a:p>
            <a:pPr>
              <a:lnSpc>
                <a:spcPct val="100000"/>
              </a:lnSpc>
            </a:pPr>
            <a:r>
              <a:rPr lang="en-US" dirty="0"/>
              <a:t>MAB Biz Solutions (600000 rupees custom software, 20000 Retainership)</a:t>
            </a:r>
          </a:p>
          <a:p>
            <a:pPr>
              <a:lnSpc>
                <a:spcPct val="100000"/>
              </a:lnSpc>
            </a:pPr>
            <a:r>
              <a:rPr lang="en-US" dirty="0"/>
              <a:t>Business Enhancement Technology (350000-400000 rupees)</a:t>
            </a:r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45743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1660</Words>
  <Application>Microsoft Office PowerPoint</Application>
  <PresentationFormat>Widescreen</PresentationFormat>
  <Paragraphs>194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Franklin Gothic Book</vt:lpstr>
      <vt:lpstr>Times New Roman</vt:lpstr>
      <vt:lpstr>Crop</vt:lpstr>
      <vt:lpstr>Fine Industries</vt:lpstr>
      <vt:lpstr>Objective </vt:lpstr>
      <vt:lpstr>Introduction</vt:lpstr>
      <vt:lpstr>Process Flow Chart</vt:lpstr>
      <vt:lpstr>Competitive Priorities </vt:lpstr>
      <vt:lpstr>Competitive Priorities </vt:lpstr>
      <vt:lpstr>Competitive environment</vt:lpstr>
      <vt:lpstr>Competitive strategy</vt:lpstr>
      <vt:lpstr>Competitive Strategies</vt:lpstr>
      <vt:lpstr>Competitive Priorities</vt:lpstr>
      <vt:lpstr>Quality Check Table</vt:lpstr>
      <vt:lpstr>Competitive Priorities</vt:lpstr>
      <vt:lpstr>Capacity</vt:lpstr>
      <vt:lpstr>Problems Identified</vt:lpstr>
      <vt:lpstr>Proposed Solution</vt:lpstr>
      <vt:lpstr>Problems Identified (Cont.)</vt:lpstr>
      <vt:lpstr>PowerPoint Presentation</vt:lpstr>
      <vt:lpstr>Problems Identified (Cont.)</vt:lpstr>
      <vt:lpstr>PowerPoint Presentation</vt:lpstr>
      <vt:lpstr>Problems Identified (Cont.)</vt:lpstr>
      <vt:lpstr>Proposed Solution </vt:lpstr>
      <vt:lpstr>PowerPoint Presentation</vt:lpstr>
      <vt:lpstr>Proposed Solution </vt:lpstr>
      <vt:lpstr>PowerPoint Presentation</vt:lpstr>
      <vt:lpstr>Proposed Solution (Cont.)</vt:lpstr>
      <vt:lpstr>Problems identified (Cont.)</vt:lpstr>
      <vt:lpstr>Proposed Solution</vt:lpstr>
      <vt:lpstr>PowerPoint Presentation</vt:lpstr>
      <vt:lpstr>PowerPoint Presentation</vt:lpstr>
      <vt:lpstr>Problems identified (Cont.)</vt:lpstr>
      <vt:lpstr>PowerPoint Presentation</vt:lpstr>
      <vt:lpstr>Problems identified (Cont.)</vt:lpstr>
      <vt:lpstr>Problems identified (Cont.)</vt:lpstr>
      <vt:lpstr>Proposed Solution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</dc:title>
  <dc:creator>Zain Khan</dc:creator>
  <cp:lastModifiedBy>Sheikh Usman</cp:lastModifiedBy>
  <cp:revision>19</cp:revision>
  <dcterms:created xsi:type="dcterms:W3CDTF">2021-12-05T13:16:40Z</dcterms:created>
  <dcterms:modified xsi:type="dcterms:W3CDTF">2021-12-06T19:38:32Z</dcterms:modified>
</cp:coreProperties>
</file>