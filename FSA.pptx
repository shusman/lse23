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83626" autoAdjust="0"/>
  </p:normalViewPr>
  <p:slideViewPr>
    <p:cSldViewPr snapToGrid="0">
      <p:cViewPr varScale="1">
        <p:scale>
          <a:sx n="96" d="100"/>
          <a:sy n="96" d="100"/>
        </p:scale>
        <p:origin x="115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A075E-3825-4B0D-A69C-7FC70C3D08AD}" type="datetimeFigureOut">
              <a:rPr lang="en-PK" smtClean="0"/>
              <a:t>22/03/2022</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9D7C8D-A510-4F04-8063-85F810CC059E}" type="slidenum">
              <a:rPr lang="en-PK" smtClean="0"/>
              <a:t>‹#›</a:t>
            </a:fld>
            <a:endParaRPr lang="en-PK"/>
          </a:p>
        </p:txBody>
      </p:sp>
    </p:spTree>
    <p:extLst>
      <p:ext uri="{BB962C8B-B14F-4D97-AF65-F5344CB8AC3E}">
        <p14:creationId xmlns:p14="http://schemas.microsoft.com/office/powerpoint/2010/main" val="2345055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from the graph it can be seen that the Nishat Mills follows the same pattern as KSE 100 index which it follows. It has seen a major decrease in the second quarter of 2020 after which along with some fluctuations it is on the increasing </a:t>
            </a:r>
          </a:p>
          <a:p>
            <a:r>
              <a:rPr lang="en-US" dirty="0"/>
              <a:t>Trajectory. This could be due </a:t>
            </a:r>
            <a:r>
              <a:rPr lang="en-US" sz="1200" b="0" i="0" kern="1200" dirty="0">
                <a:solidFill>
                  <a:schemeClr val="tx1"/>
                </a:solidFill>
                <a:effectLst/>
                <a:latin typeface="+mn-lt"/>
                <a:ea typeface="+mn-ea"/>
                <a:cs typeface="+mn-cs"/>
              </a:rPr>
              <a:t>the Covid-19 pandemic that brought business activity and global trade to an abrupt halt. Export sales fell for the first time since FY16, by 5 percent.</a:t>
            </a:r>
            <a:endParaRPr lang="en-PK" dirty="0"/>
          </a:p>
        </p:txBody>
      </p:sp>
      <p:sp>
        <p:nvSpPr>
          <p:cNvPr id="4" name="Slide Number Placeholder 3"/>
          <p:cNvSpPr>
            <a:spLocks noGrp="1"/>
          </p:cNvSpPr>
          <p:nvPr>
            <p:ph type="sldNum" sz="quarter" idx="5"/>
          </p:nvPr>
        </p:nvSpPr>
        <p:spPr/>
        <p:txBody>
          <a:bodyPr/>
          <a:lstStyle/>
          <a:p>
            <a:fld id="{049D7C8D-A510-4F04-8063-85F810CC059E}" type="slidenum">
              <a:rPr lang="en-PK" smtClean="0"/>
              <a:t>2</a:t>
            </a:fld>
            <a:endParaRPr lang="en-PK"/>
          </a:p>
        </p:txBody>
      </p:sp>
    </p:spTree>
    <p:extLst>
      <p:ext uri="{BB962C8B-B14F-4D97-AF65-F5344CB8AC3E}">
        <p14:creationId xmlns:p14="http://schemas.microsoft.com/office/powerpoint/2010/main" val="4013614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utilization for spinning has decreased over the 13 years however weaving has increased, it reached its all time high in FY2018. as far as Dyeing and Finishing is concerned it has seen some fluctuations and continues to increase and decrease.</a:t>
            </a:r>
            <a:endParaRPr lang="en-PK" dirty="0"/>
          </a:p>
        </p:txBody>
      </p:sp>
      <p:sp>
        <p:nvSpPr>
          <p:cNvPr id="4" name="Slide Number Placeholder 3"/>
          <p:cNvSpPr>
            <a:spLocks noGrp="1"/>
          </p:cNvSpPr>
          <p:nvPr>
            <p:ph type="sldNum" sz="quarter" idx="5"/>
          </p:nvPr>
        </p:nvSpPr>
        <p:spPr/>
        <p:txBody>
          <a:bodyPr/>
          <a:lstStyle/>
          <a:p>
            <a:fld id="{049D7C8D-A510-4F04-8063-85F810CC059E}" type="slidenum">
              <a:rPr lang="en-PK" smtClean="0"/>
              <a:t>3</a:t>
            </a:fld>
            <a:endParaRPr lang="en-PK"/>
          </a:p>
        </p:txBody>
      </p:sp>
    </p:spTree>
    <p:extLst>
      <p:ext uri="{BB962C8B-B14F-4D97-AF65-F5344CB8AC3E}">
        <p14:creationId xmlns:p14="http://schemas.microsoft.com/office/powerpoint/2010/main" val="1202208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have increase over the </a:t>
            </a:r>
            <a:r>
              <a:rPr lang="en-US" dirty="0" err="1"/>
              <a:t>the</a:t>
            </a:r>
            <a:r>
              <a:rPr lang="en-US" dirty="0"/>
              <a:t> 13 years in context. It can be seen that Nishat Mills major share of sales come from Export.  In 2019 NM took advantage of the </a:t>
            </a:r>
          </a:p>
          <a:p>
            <a:r>
              <a:rPr lang="en-US" dirty="0"/>
              <a:t>devaluation of the currency that boosted the export sales as seen from the graph.</a:t>
            </a:r>
          </a:p>
          <a:p>
            <a:endParaRPr lang="en-PK" dirty="0"/>
          </a:p>
        </p:txBody>
      </p:sp>
      <p:sp>
        <p:nvSpPr>
          <p:cNvPr id="4" name="Slide Number Placeholder 3"/>
          <p:cNvSpPr>
            <a:spLocks noGrp="1"/>
          </p:cNvSpPr>
          <p:nvPr>
            <p:ph type="sldNum" sz="quarter" idx="5"/>
          </p:nvPr>
        </p:nvSpPr>
        <p:spPr/>
        <p:txBody>
          <a:bodyPr/>
          <a:lstStyle/>
          <a:p>
            <a:fld id="{049D7C8D-A510-4F04-8063-85F810CC059E}" type="slidenum">
              <a:rPr lang="en-PK" smtClean="0"/>
              <a:t>4</a:t>
            </a:fld>
            <a:endParaRPr lang="en-PK"/>
          </a:p>
        </p:txBody>
      </p:sp>
    </p:spTree>
    <p:extLst>
      <p:ext uri="{BB962C8B-B14F-4D97-AF65-F5344CB8AC3E}">
        <p14:creationId xmlns:p14="http://schemas.microsoft.com/office/powerpoint/2010/main" val="3245009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increase was les than the </a:t>
            </a:r>
            <a:r>
              <a:rPr lang="en-US" dirty="0" err="1"/>
              <a:t>icrease</a:t>
            </a:r>
            <a:r>
              <a:rPr lang="en-US" dirty="0"/>
              <a:t> of CGS which decreased the GP. Overall expenses decreased but due </a:t>
            </a:r>
            <a:r>
              <a:rPr lang="en-US" dirty="0" err="1"/>
              <a:t>ti</a:t>
            </a:r>
            <a:r>
              <a:rPr lang="en-US" dirty="0"/>
              <a:t> decrease in GP </a:t>
            </a:r>
            <a:r>
              <a:rPr lang="en-US" dirty="0" err="1"/>
              <a:t>EBIt</a:t>
            </a:r>
            <a:r>
              <a:rPr lang="en-US" dirty="0"/>
              <a:t> </a:t>
            </a:r>
            <a:r>
              <a:rPr lang="en-US"/>
              <a:t>decreased more. </a:t>
            </a:r>
            <a:endParaRPr lang="en-PK"/>
          </a:p>
        </p:txBody>
      </p:sp>
      <p:sp>
        <p:nvSpPr>
          <p:cNvPr id="4" name="Slide Number Placeholder 3"/>
          <p:cNvSpPr>
            <a:spLocks noGrp="1"/>
          </p:cNvSpPr>
          <p:nvPr>
            <p:ph type="sldNum" sz="quarter" idx="5"/>
          </p:nvPr>
        </p:nvSpPr>
        <p:spPr/>
        <p:txBody>
          <a:bodyPr/>
          <a:lstStyle/>
          <a:p>
            <a:fld id="{049D7C8D-A510-4F04-8063-85F810CC059E}" type="slidenum">
              <a:rPr lang="en-PK" smtClean="0"/>
              <a:t>5</a:t>
            </a:fld>
            <a:endParaRPr lang="en-PK"/>
          </a:p>
        </p:txBody>
      </p:sp>
    </p:spTree>
    <p:extLst>
      <p:ext uri="{BB962C8B-B14F-4D97-AF65-F5344CB8AC3E}">
        <p14:creationId xmlns:p14="http://schemas.microsoft.com/office/powerpoint/2010/main" val="819007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B7DCA-18FB-45BF-A94B-B0580CCB21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B2A9C711-639F-4F52-9A34-B5F1AD247E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2E0EB46-656D-4A80-B65D-6E0B09453A59}"/>
              </a:ext>
            </a:extLst>
          </p:cNvPr>
          <p:cNvSpPr>
            <a:spLocks noGrp="1"/>
          </p:cNvSpPr>
          <p:nvPr>
            <p:ph type="dt" sz="half" idx="10"/>
          </p:nvPr>
        </p:nvSpPr>
        <p:spPr/>
        <p:txBody>
          <a:bodyPr/>
          <a:lstStyle/>
          <a:p>
            <a:fld id="{35C5D8FA-416D-4BFE-BF0E-3AB7715064C0}" type="datetimeFigureOut">
              <a:rPr lang="en-PK" smtClean="0"/>
              <a:t>22/03/2022</a:t>
            </a:fld>
            <a:endParaRPr lang="en-PK"/>
          </a:p>
        </p:txBody>
      </p:sp>
      <p:sp>
        <p:nvSpPr>
          <p:cNvPr id="5" name="Footer Placeholder 4">
            <a:extLst>
              <a:ext uri="{FF2B5EF4-FFF2-40B4-BE49-F238E27FC236}">
                <a16:creationId xmlns:a16="http://schemas.microsoft.com/office/drawing/2014/main" id="{2CB4D73D-112B-49CD-99E8-85CE317285A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7EF5790-4477-4B60-9041-5839C41629FE}"/>
              </a:ext>
            </a:extLst>
          </p:cNvPr>
          <p:cNvSpPr>
            <a:spLocks noGrp="1"/>
          </p:cNvSpPr>
          <p:nvPr>
            <p:ph type="sldNum" sz="quarter" idx="12"/>
          </p:nvPr>
        </p:nvSpPr>
        <p:spPr/>
        <p:txBody>
          <a:bodyPr/>
          <a:lstStyle/>
          <a:p>
            <a:fld id="{51EE1013-1A8E-4CCB-9BAB-7B55BCD97602}" type="slidenum">
              <a:rPr lang="en-PK" smtClean="0"/>
              <a:t>‹#›</a:t>
            </a:fld>
            <a:endParaRPr lang="en-PK"/>
          </a:p>
        </p:txBody>
      </p:sp>
    </p:spTree>
    <p:extLst>
      <p:ext uri="{BB962C8B-B14F-4D97-AF65-F5344CB8AC3E}">
        <p14:creationId xmlns:p14="http://schemas.microsoft.com/office/powerpoint/2010/main" val="3564435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CB90F-101D-47F7-8E63-4D0C2C41826B}"/>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C8C5D8A4-5CAE-40E8-BD0F-D912E46FF3C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875FE3E-0EE6-4826-9032-38037CB0A301}"/>
              </a:ext>
            </a:extLst>
          </p:cNvPr>
          <p:cNvSpPr>
            <a:spLocks noGrp="1"/>
          </p:cNvSpPr>
          <p:nvPr>
            <p:ph type="dt" sz="half" idx="10"/>
          </p:nvPr>
        </p:nvSpPr>
        <p:spPr/>
        <p:txBody>
          <a:bodyPr/>
          <a:lstStyle/>
          <a:p>
            <a:fld id="{35C5D8FA-416D-4BFE-BF0E-3AB7715064C0}" type="datetimeFigureOut">
              <a:rPr lang="en-PK" smtClean="0"/>
              <a:t>22/03/2022</a:t>
            </a:fld>
            <a:endParaRPr lang="en-PK"/>
          </a:p>
        </p:txBody>
      </p:sp>
      <p:sp>
        <p:nvSpPr>
          <p:cNvPr id="5" name="Footer Placeholder 4">
            <a:extLst>
              <a:ext uri="{FF2B5EF4-FFF2-40B4-BE49-F238E27FC236}">
                <a16:creationId xmlns:a16="http://schemas.microsoft.com/office/drawing/2014/main" id="{73556AC1-B226-477B-B47B-C01F48221A9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DDAB947-0076-43CA-9383-A8F24C27F411}"/>
              </a:ext>
            </a:extLst>
          </p:cNvPr>
          <p:cNvSpPr>
            <a:spLocks noGrp="1"/>
          </p:cNvSpPr>
          <p:nvPr>
            <p:ph type="sldNum" sz="quarter" idx="12"/>
          </p:nvPr>
        </p:nvSpPr>
        <p:spPr/>
        <p:txBody>
          <a:bodyPr/>
          <a:lstStyle/>
          <a:p>
            <a:fld id="{51EE1013-1A8E-4CCB-9BAB-7B55BCD97602}" type="slidenum">
              <a:rPr lang="en-PK" smtClean="0"/>
              <a:t>‹#›</a:t>
            </a:fld>
            <a:endParaRPr lang="en-PK"/>
          </a:p>
        </p:txBody>
      </p:sp>
    </p:spTree>
    <p:extLst>
      <p:ext uri="{BB962C8B-B14F-4D97-AF65-F5344CB8AC3E}">
        <p14:creationId xmlns:p14="http://schemas.microsoft.com/office/powerpoint/2010/main" val="3481479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CBAC5-26C7-4964-95CA-71287BF900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F3C15BCA-6DF1-414E-B3F1-C0521383F2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8EBD7B8-75D4-42F2-8816-28AB5D442E39}"/>
              </a:ext>
            </a:extLst>
          </p:cNvPr>
          <p:cNvSpPr>
            <a:spLocks noGrp="1"/>
          </p:cNvSpPr>
          <p:nvPr>
            <p:ph type="dt" sz="half" idx="10"/>
          </p:nvPr>
        </p:nvSpPr>
        <p:spPr/>
        <p:txBody>
          <a:bodyPr/>
          <a:lstStyle/>
          <a:p>
            <a:fld id="{35C5D8FA-416D-4BFE-BF0E-3AB7715064C0}" type="datetimeFigureOut">
              <a:rPr lang="en-PK" smtClean="0"/>
              <a:t>22/03/2022</a:t>
            </a:fld>
            <a:endParaRPr lang="en-PK"/>
          </a:p>
        </p:txBody>
      </p:sp>
      <p:sp>
        <p:nvSpPr>
          <p:cNvPr id="5" name="Footer Placeholder 4">
            <a:extLst>
              <a:ext uri="{FF2B5EF4-FFF2-40B4-BE49-F238E27FC236}">
                <a16:creationId xmlns:a16="http://schemas.microsoft.com/office/drawing/2014/main" id="{053EC8FA-FA67-41AE-93F9-6AD0EF0D2D6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93BC126-654F-4B1C-997B-1F18B6EC8179}"/>
              </a:ext>
            </a:extLst>
          </p:cNvPr>
          <p:cNvSpPr>
            <a:spLocks noGrp="1"/>
          </p:cNvSpPr>
          <p:nvPr>
            <p:ph type="sldNum" sz="quarter" idx="12"/>
          </p:nvPr>
        </p:nvSpPr>
        <p:spPr/>
        <p:txBody>
          <a:bodyPr/>
          <a:lstStyle/>
          <a:p>
            <a:fld id="{51EE1013-1A8E-4CCB-9BAB-7B55BCD97602}" type="slidenum">
              <a:rPr lang="en-PK" smtClean="0"/>
              <a:t>‹#›</a:t>
            </a:fld>
            <a:endParaRPr lang="en-PK"/>
          </a:p>
        </p:txBody>
      </p:sp>
    </p:spTree>
    <p:extLst>
      <p:ext uri="{BB962C8B-B14F-4D97-AF65-F5344CB8AC3E}">
        <p14:creationId xmlns:p14="http://schemas.microsoft.com/office/powerpoint/2010/main" val="2375555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A6CD-1BFB-417B-B1AD-D28FDEE48D71}"/>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184058A1-177A-4875-B3A5-4F646070CCC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30F30587-FAAA-4D4F-A2A1-12BE4E6218F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3176EA00-C2CD-4C9B-8878-141E7D24925F}"/>
              </a:ext>
            </a:extLst>
          </p:cNvPr>
          <p:cNvSpPr>
            <a:spLocks noGrp="1"/>
          </p:cNvSpPr>
          <p:nvPr>
            <p:ph type="dt" sz="half" idx="10"/>
          </p:nvPr>
        </p:nvSpPr>
        <p:spPr/>
        <p:txBody>
          <a:bodyPr/>
          <a:lstStyle/>
          <a:p>
            <a:fld id="{35C5D8FA-416D-4BFE-BF0E-3AB7715064C0}" type="datetimeFigureOut">
              <a:rPr lang="en-PK" smtClean="0"/>
              <a:t>22/03/2022</a:t>
            </a:fld>
            <a:endParaRPr lang="en-PK"/>
          </a:p>
        </p:txBody>
      </p:sp>
      <p:sp>
        <p:nvSpPr>
          <p:cNvPr id="6" name="Footer Placeholder 5">
            <a:extLst>
              <a:ext uri="{FF2B5EF4-FFF2-40B4-BE49-F238E27FC236}">
                <a16:creationId xmlns:a16="http://schemas.microsoft.com/office/drawing/2014/main" id="{0D73738E-5584-4190-B678-1B800462E306}"/>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6484007D-1778-4ACB-90F9-6DC7626ADBAF}"/>
              </a:ext>
            </a:extLst>
          </p:cNvPr>
          <p:cNvSpPr>
            <a:spLocks noGrp="1"/>
          </p:cNvSpPr>
          <p:nvPr>
            <p:ph type="sldNum" sz="quarter" idx="12"/>
          </p:nvPr>
        </p:nvSpPr>
        <p:spPr/>
        <p:txBody>
          <a:bodyPr/>
          <a:lstStyle/>
          <a:p>
            <a:fld id="{51EE1013-1A8E-4CCB-9BAB-7B55BCD97602}" type="slidenum">
              <a:rPr lang="en-PK" smtClean="0"/>
              <a:t>‹#›</a:t>
            </a:fld>
            <a:endParaRPr lang="en-PK"/>
          </a:p>
        </p:txBody>
      </p:sp>
    </p:spTree>
    <p:extLst>
      <p:ext uri="{BB962C8B-B14F-4D97-AF65-F5344CB8AC3E}">
        <p14:creationId xmlns:p14="http://schemas.microsoft.com/office/powerpoint/2010/main" val="3190743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673AD-2E49-4753-ACC0-881A18DC145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379CE466-1362-4C08-B0B1-700D96F66A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54AB700-C31A-4AA3-9B07-DB751117A31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C5A38A4B-269C-42FF-BE62-622B420D9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0F2E5B-1730-4729-9525-2CB60E0AB82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0E01EF20-F2F4-4AB2-9016-FAA894D24568}"/>
              </a:ext>
            </a:extLst>
          </p:cNvPr>
          <p:cNvSpPr>
            <a:spLocks noGrp="1"/>
          </p:cNvSpPr>
          <p:nvPr>
            <p:ph type="dt" sz="half" idx="10"/>
          </p:nvPr>
        </p:nvSpPr>
        <p:spPr/>
        <p:txBody>
          <a:bodyPr/>
          <a:lstStyle/>
          <a:p>
            <a:fld id="{35C5D8FA-416D-4BFE-BF0E-3AB7715064C0}" type="datetimeFigureOut">
              <a:rPr lang="en-PK" smtClean="0"/>
              <a:t>22/03/2022</a:t>
            </a:fld>
            <a:endParaRPr lang="en-PK"/>
          </a:p>
        </p:txBody>
      </p:sp>
      <p:sp>
        <p:nvSpPr>
          <p:cNvPr id="8" name="Footer Placeholder 7">
            <a:extLst>
              <a:ext uri="{FF2B5EF4-FFF2-40B4-BE49-F238E27FC236}">
                <a16:creationId xmlns:a16="http://schemas.microsoft.com/office/drawing/2014/main" id="{F23BB0AF-8BD9-4D25-A6AF-3261918BB66C}"/>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74A8698B-FB7E-450B-BE46-F46D38493ADC}"/>
              </a:ext>
            </a:extLst>
          </p:cNvPr>
          <p:cNvSpPr>
            <a:spLocks noGrp="1"/>
          </p:cNvSpPr>
          <p:nvPr>
            <p:ph type="sldNum" sz="quarter" idx="12"/>
          </p:nvPr>
        </p:nvSpPr>
        <p:spPr/>
        <p:txBody>
          <a:bodyPr/>
          <a:lstStyle/>
          <a:p>
            <a:fld id="{51EE1013-1A8E-4CCB-9BAB-7B55BCD97602}" type="slidenum">
              <a:rPr lang="en-PK" smtClean="0"/>
              <a:t>‹#›</a:t>
            </a:fld>
            <a:endParaRPr lang="en-PK"/>
          </a:p>
        </p:txBody>
      </p:sp>
    </p:spTree>
    <p:extLst>
      <p:ext uri="{BB962C8B-B14F-4D97-AF65-F5344CB8AC3E}">
        <p14:creationId xmlns:p14="http://schemas.microsoft.com/office/powerpoint/2010/main" val="4031888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564F7-0EB5-4BE1-A2A5-3AE42F5FC0DC}"/>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F148F016-2778-44CB-BDFF-E74B03E18C90}"/>
              </a:ext>
            </a:extLst>
          </p:cNvPr>
          <p:cNvSpPr>
            <a:spLocks noGrp="1"/>
          </p:cNvSpPr>
          <p:nvPr>
            <p:ph type="dt" sz="half" idx="10"/>
          </p:nvPr>
        </p:nvSpPr>
        <p:spPr/>
        <p:txBody>
          <a:bodyPr/>
          <a:lstStyle/>
          <a:p>
            <a:fld id="{35C5D8FA-416D-4BFE-BF0E-3AB7715064C0}" type="datetimeFigureOut">
              <a:rPr lang="en-PK" smtClean="0"/>
              <a:t>22/03/2022</a:t>
            </a:fld>
            <a:endParaRPr lang="en-PK"/>
          </a:p>
        </p:txBody>
      </p:sp>
      <p:sp>
        <p:nvSpPr>
          <p:cNvPr id="4" name="Footer Placeholder 3">
            <a:extLst>
              <a:ext uri="{FF2B5EF4-FFF2-40B4-BE49-F238E27FC236}">
                <a16:creationId xmlns:a16="http://schemas.microsoft.com/office/drawing/2014/main" id="{3EBF50F6-99AF-407F-8C41-873D36C29F90}"/>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19B7B319-7DD5-43AC-8D36-9F6F7C218D76}"/>
              </a:ext>
            </a:extLst>
          </p:cNvPr>
          <p:cNvSpPr>
            <a:spLocks noGrp="1"/>
          </p:cNvSpPr>
          <p:nvPr>
            <p:ph type="sldNum" sz="quarter" idx="12"/>
          </p:nvPr>
        </p:nvSpPr>
        <p:spPr/>
        <p:txBody>
          <a:bodyPr/>
          <a:lstStyle/>
          <a:p>
            <a:fld id="{51EE1013-1A8E-4CCB-9BAB-7B55BCD97602}" type="slidenum">
              <a:rPr lang="en-PK" smtClean="0"/>
              <a:t>‹#›</a:t>
            </a:fld>
            <a:endParaRPr lang="en-PK"/>
          </a:p>
        </p:txBody>
      </p:sp>
    </p:spTree>
    <p:extLst>
      <p:ext uri="{BB962C8B-B14F-4D97-AF65-F5344CB8AC3E}">
        <p14:creationId xmlns:p14="http://schemas.microsoft.com/office/powerpoint/2010/main" val="3716538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F05F99-7065-4208-8450-2AEB9456C2D1}"/>
              </a:ext>
            </a:extLst>
          </p:cNvPr>
          <p:cNvSpPr>
            <a:spLocks noGrp="1"/>
          </p:cNvSpPr>
          <p:nvPr>
            <p:ph type="dt" sz="half" idx="10"/>
          </p:nvPr>
        </p:nvSpPr>
        <p:spPr/>
        <p:txBody>
          <a:bodyPr/>
          <a:lstStyle/>
          <a:p>
            <a:fld id="{35C5D8FA-416D-4BFE-BF0E-3AB7715064C0}" type="datetimeFigureOut">
              <a:rPr lang="en-PK" smtClean="0"/>
              <a:t>22/03/2022</a:t>
            </a:fld>
            <a:endParaRPr lang="en-PK"/>
          </a:p>
        </p:txBody>
      </p:sp>
      <p:sp>
        <p:nvSpPr>
          <p:cNvPr id="3" name="Footer Placeholder 2">
            <a:extLst>
              <a:ext uri="{FF2B5EF4-FFF2-40B4-BE49-F238E27FC236}">
                <a16:creationId xmlns:a16="http://schemas.microsoft.com/office/drawing/2014/main" id="{EA883DF8-1B77-46FB-8721-3F755B8D6104}"/>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AA87B501-FCF9-4542-8614-F39D9E6957B1}"/>
              </a:ext>
            </a:extLst>
          </p:cNvPr>
          <p:cNvSpPr>
            <a:spLocks noGrp="1"/>
          </p:cNvSpPr>
          <p:nvPr>
            <p:ph type="sldNum" sz="quarter" idx="12"/>
          </p:nvPr>
        </p:nvSpPr>
        <p:spPr/>
        <p:txBody>
          <a:bodyPr/>
          <a:lstStyle/>
          <a:p>
            <a:fld id="{51EE1013-1A8E-4CCB-9BAB-7B55BCD97602}" type="slidenum">
              <a:rPr lang="en-PK" smtClean="0"/>
              <a:t>‹#›</a:t>
            </a:fld>
            <a:endParaRPr lang="en-PK"/>
          </a:p>
        </p:txBody>
      </p:sp>
    </p:spTree>
    <p:extLst>
      <p:ext uri="{BB962C8B-B14F-4D97-AF65-F5344CB8AC3E}">
        <p14:creationId xmlns:p14="http://schemas.microsoft.com/office/powerpoint/2010/main" val="3220603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9B91E-9ECE-4709-AE75-2F702BC364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8FAEF701-4BC3-4684-AAFC-8BBB014E4F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8AFF47E9-1929-463E-BA52-796F5C8789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062AB82-189A-4147-925F-EB5A9B521223}"/>
              </a:ext>
            </a:extLst>
          </p:cNvPr>
          <p:cNvSpPr>
            <a:spLocks noGrp="1"/>
          </p:cNvSpPr>
          <p:nvPr>
            <p:ph type="dt" sz="half" idx="10"/>
          </p:nvPr>
        </p:nvSpPr>
        <p:spPr/>
        <p:txBody>
          <a:bodyPr/>
          <a:lstStyle/>
          <a:p>
            <a:fld id="{35C5D8FA-416D-4BFE-BF0E-3AB7715064C0}" type="datetimeFigureOut">
              <a:rPr lang="en-PK" smtClean="0"/>
              <a:t>22/03/2022</a:t>
            </a:fld>
            <a:endParaRPr lang="en-PK"/>
          </a:p>
        </p:txBody>
      </p:sp>
      <p:sp>
        <p:nvSpPr>
          <p:cNvPr id="6" name="Footer Placeholder 5">
            <a:extLst>
              <a:ext uri="{FF2B5EF4-FFF2-40B4-BE49-F238E27FC236}">
                <a16:creationId xmlns:a16="http://schemas.microsoft.com/office/drawing/2014/main" id="{858B539E-B730-4C05-BDA2-F4F4B03E225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61351B3-F238-40B3-88BF-7442235A17C7}"/>
              </a:ext>
            </a:extLst>
          </p:cNvPr>
          <p:cNvSpPr>
            <a:spLocks noGrp="1"/>
          </p:cNvSpPr>
          <p:nvPr>
            <p:ph type="sldNum" sz="quarter" idx="12"/>
          </p:nvPr>
        </p:nvSpPr>
        <p:spPr/>
        <p:txBody>
          <a:bodyPr/>
          <a:lstStyle/>
          <a:p>
            <a:fld id="{51EE1013-1A8E-4CCB-9BAB-7B55BCD97602}" type="slidenum">
              <a:rPr lang="en-PK" smtClean="0"/>
              <a:t>‹#›</a:t>
            </a:fld>
            <a:endParaRPr lang="en-PK"/>
          </a:p>
        </p:txBody>
      </p:sp>
    </p:spTree>
    <p:extLst>
      <p:ext uri="{BB962C8B-B14F-4D97-AF65-F5344CB8AC3E}">
        <p14:creationId xmlns:p14="http://schemas.microsoft.com/office/powerpoint/2010/main" val="510814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67B05-C9E6-4250-B13B-3418F1A5C8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9A826A54-9E44-4D47-9E94-647E2D978F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4016572A-D643-43A7-A1C9-A0BAB600E7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68F9CF3-B64A-463A-B22D-92EE7A70A8C9}"/>
              </a:ext>
            </a:extLst>
          </p:cNvPr>
          <p:cNvSpPr>
            <a:spLocks noGrp="1"/>
          </p:cNvSpPr>
          <p:nvPr>
            <p:ph type="dt" sz="half" idx="10"/>
          </p:nvPr>
        </p:nvSpPr>
        <p:spPr/>
        <p:txBody>
          <a:bodyPr/>
          <a:lstStyle/>
          <a:p>
            <a:fld id="{35C5D8FA-416D-4BFE-BF0E-3AB7715064C0}" type="datetimeFigureOut">
              <a:rPr lang="en-PK" smtClean="0"/>
              <a:t>22/03/2022</a:t>
            </a:fld>
            <a:endParaRPr lang="en-PK"/>
          </a:p>
        </p:txBody>
      </p:sp>
      <p:sp>
        <p:nvSpPr>
          <p:cNvPr id="6" name="Footer Placeholder 5">
            <a:extLst>
              <a:ext uri="{FF2B5EF4-FFF2-40B4-BE49-F238E27FC236}">
                <a16:creationId xmlns:a16="http://schemas.microsoft.com/office/drawing/2014/main" id="{5B72456C-FA5A-4728-9E12-387CEB092C77}"/>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FCC7F2BA-1002-4201-B58C-D530329BEB92}"/>
              </a:ext>
            </a:extLst>
          </p:cNvPr>
          <p:cNvSpPr>
            <a:spLocks noGrp="1"/>
          </p:cNvSpPr>
          <p:nvPr>
            <p:ph type="sldNum" sz="quarter" idx="12"/>
          </p:nvPr>
        </p:nvSpPr>
        <p:spPr/>
        <p:txBody>
          <a:bodyPr/>
          <a:lstStyle/>
          <a:p>
            <a:fld id="{51EE1013-1A8E-4CCB-9BAB-7B55BCD97602}" type="slidenum">
              <a:rPr lang="en-PK" smtClean="0"/>
              <a:t>‹#›</a:t>
            </a:fld>
            <a:endParaRPr lang="en-PK"/>
          </a:p>
        </p:txBody>
      </p:sp>
    </p:spTree>
    <p:extLst>
      <p:ext uri="{BB962C8B-B14F-4D97-AF65-F5344CB8AC3E}">
        <p14:creationId xmlns:p14="http://schemas.microsoft.com/office/powerpoint/2010/main" val="99917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E006E-978D-47C4-A5A1-55CCA3620836}"/>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DC0C8C1-3B9A-43F0-AD5C-1766C2E9E2B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DA6A416-1EB1-491E-8778-3155013B06A6}"/>
              </a:ext>
            </a:extLst>
          </p:cNvPr>
          <p:cNvSpPr>
            <a:spLocks noGrp="1"/>
          </p:cNvSpPr>
          <p:nvPr>
            <p:ph type="dt" sz="half" idx="10"/>
          </p:nvPr>
        </p:nvSpPr>
        <p:spPr/>
        <p:txBody>
          <a:bodyPr/>
          <a:lstStyle/>
          <a:p>
            <a:fld id="{35C5D8FA-416D-4BFE-BF0E-3AB7715064C0}" type="datetimeFigureOut">
              <a:rPr lang="en-PK" smtClean="0"/>
              <a:t>22/03/2022</a:t>
            </a:fld>
            <a:endParaRPr lang="en-PK"/>
          </a:p>
        </p:txBody>
      </p:sp>
      <p:sp>
        <p:nvSpPr>
          <p:cNvPr id="5" name="Footer Placeholder 4">
            <a:extLst>
              <a:ext uri="{FF2B5EF4-FFF2-40B4-BE49-F238E27FC236}">
                <a16:creationId xmlns:a16="http://schemas.microsoft.com/office/drawing/2014/main" id="{6455AF65-86CA-423B-82F5-1FB5E4A485A3}"/>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EF282A7-8027-4100-A8CE-8A86E158B717}"/>
              </a:ext>
            </a:extLst>
          </p:cNvPr>
          <p:cNvSpPr>
            <a:spLocks noGrp="1"/>
          </p:cNvSpPr>
          <p:nvPr>
            <p:ph type="sldNum" sz="quarter" idx="12"/>
          </p:nvPr>
        </p:nvSpPr>
        <p:spPr/>
        <p:txBody>
          <a:bodyPr/>
          <a:lstStyle/>
          <a:p>
            <a:fld id="{51EE1013-1A8E-4CCB-9BAB-7B55BCD97602}" type="slidenum">
              <a:rPr lang="en-PK" smtClean="0"/>
              <a:t>‹#›</a:t>
            </a:fld>
            <a:endParaRPr lang="en-PK"/>
          </a:p>
        </p:txBody>
      </p:sp>
    </p:spTree>
    <p:extLst>
      <p:ext uri="{BB962C8B-B14F-4D97-AF65-F5344CB8AC3E}">
        <p14:creationId xmlns:p14="http://schemas.microsoft.com/office/powerpoint/2010/main" val="12076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F4FF32-4C93-4BC1-82F6-A970FC898C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EF997E7A-55C4-4211-8FD5-B26B26F1503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C4BBE66-1C77-42EA-9FD8-84E9ECED13E2}"/>
              </a:ext>
            </a:extLst>
          </p:cNvPr>
          <p:cNvSpPr>
            <a:spLocks noGrp="1"/>
          </p:cNvSpPr>
          <p:nvPr>
            <p:ph type="dt" sz="half" idx="10"/>
          </p:nvPr>
        </p:nvSpPr>
        <p:spPr/>
        <p:txBody>
          <a:bodyPr/>
          <a:lstStyle/>
          <a:p>
            <a:fld id="{35C5D8FA-416D-4BFE-BF0E-3AB7715064C0}" type="datetimeFigureOut">
              <a:rPr lang="en-PK" smtClean="0"/>
              <a:t>22/03/2022</a:t>
            </a:fld>
            <a:endParaRPr lang="en-PK"/>
          </a:p>
        </p:txBody>
      </p:sp>
      <p:sp>
        <p:nvSpPr>
          <p:cNvPr id="5" name="Footer Placeholder 4">
            <a:extLst>
              <a:ext uri="{FF2B5EF4-FFF2-40B4-BE49-F238E27FC236}">
                <a16:creationId xmlns:a16="http://schemas.microsoft.com/office/drawing/2014/main" id="{CAB35AD1-839E-4349-BB42-DE62519DE834}"/>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F305036-54AD-4CD2-8FCD-BD8704ECAF36}"/>
              </a:ext>
            </a:extLst>
          </p:cNvPr>
          <p:cNvSpPr>
            <a:spLocks noGrp="1"/>
          </p:cNvSpPr>
          <p:nvPr>
            <p:ph type="sldNum" sz="quarter" idx="12"/>
          </p:nvPr>
        </p:nvSpPr>
        <p:spPr/>
        <p:txBody>
          <a:bodyPr/>
          <a:lstStyle/>
          <a:p>
            <a:fld id="{51EE1013-1A8E-4CCB-9BAB-7B55BCD97602}" type="slidenum">
              <a:rPr lang="en-PK" smtClean="0"/>
              <a:t>‹#›</a:t>
            </a:fld>
            <a:endParaRPr lang="en-PK"/>
          </a:p>
        </p:txBody>
      </p:sp>
    </p:spTree>
    <p:extLst>
      <p:ext uri="{BB962C8B-B14F-4D97-AF65-F5344CB8AC3E}">
        <p14:creationId xmlns:p14="http://schemas.microsoft.com/office/powerpoint/2010/main" val="2895393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47B140-7039-4379-AE8A-76344D0DA2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9B3BE39-90C9-43B3-9B12-2D6E2AAE34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2B7CE71-950E-4E87-BD2C-4181BB0EE9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C5D8FA-416D-4BFE-BF0E-3AB7715064C0}" type="datetimeFigureOut">
              <a:rPr lang="en-PK" smtClean="0"/>
              <a:t>22/03/2022</a:t>
            </a:fld>
            <a:endParaRPr lang="en-PK"/>
          </a:p>
        </p:txBody>
      </p:sp>
      <p:sp>
        <p:nvSpPr>
          <p:cNvPr id="5" name="Footer Placeholder 4">
            <a:extLst>
              <a:ext uri="{FF2B5EF4-FFF2-40B4-BE49-F238E27FC236}">
                <a16:creationId xmlns:a16="http://schemas.microsoft.com/office/drawing/2014/main" id="{21B510AA-C822-48BA-9C85-E11F83096B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B95D73D5-A48B-4AF9-A086-9C4E797D68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EE1013-1A8E-4CCB-9BAB-7B55BCD97602}" type="slidenum">
              <a:rPr lang="en-PK" smtClean="0"/>
              <a:t>‹#›</a:t>
            </a:fld>
            <a:endParaRPr lang="en-PK"/>
          </a:p>
        </p:txBody>
      </p:sp>
    </p:spTree>
    <p:extLst>
      <p:ext uri="{BB962C8B-B14F-4D97-AF65-F5344CB8AC3E}">
        <p14:creationId xmlns:p14="http://schemas.microsoft.com/office/powerpoint/2010/main" val="2667587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25546-3B5F-4633-BE5D-6DD05529E3C5}"/>
              </a:ext>
            </a:extLst>
          </p:cNvPr>
          <p:cNvSpPr>
            <a:spLocks noGrp="1"/>
          </p:cNvSpPr>
          <p:nvPr>
            <p:ph type="ctrTitle"/>
          </p:nvPr>
        </p:nvSpPr>
        <p:spPr/>
        <p:txBody>
          <a:bodyPr/>
          <a:lstStyle/>
          <a:p>
            <a:endParaRPr lang="en-PK"/>
          </a:p>
        </p:txBody>
      </p:sp>
      <p:sp>
        <p:nvSpPr>
          <p:cNvPr id="3" name="Subtitle 2">
            <a:extLst>
              <a:ext uri="{FF2B5EF4-FFF2-40B4-BE49-F238E27FC236}">
                <a16:creationId xmlns:a16="http://schemas.microsoft.com/office/drawing/2014/main" id="{28258D86-6640-4DA1-9CCE-391CA82AB8B9}"/>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1893060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4E893-34FD-49C0-8F30-FCB8376F854E}"/>
              </a:ext>
            </a:extLst>
          </p:cNvPr>
          <p:cNvSpPr>
            <a:spLocks noGrp="1"/>
          </p:cNvSpPr>
          <p:nvPr>
            <p:ph type="title"/>
          </p:nvPr>
        </p:nvSpPr>
        <p:spPr/>
        <p:txBody>
          <a:bodyPr/>
          <a:lstStyle/>
          <a:p>
            <a:endParaRPr lang="en-PK"/>
          </a:p>
        </p:txBody>
      </p:sp>
      <p:pic>
        <p:nvPicPr>
          <p:cNvPr id="4" name="Content Placeholder 3">
            <a:extLst>
              <a:ext uri="{FF2B5EF4-FFF2-40B4-BE49-F238E27FC236}">
                <a16:creationId xmlns:a16="http://schemas.microsoft.com/office/drawing/2014/main" id="{729C7CAE-61E3-40F8-A177-BEBC543C8404}"/>
              </a:ext>
            </a:extLst>
          </p:cNvPr>
          <p:cNvPicPr>
            <a:picLocks noGrp="1" noChangeAspect="1"/>
          </p:cNvPicPr>
          <p:nvPr>
            <p:ph idx="1"/>
          </p:nvPr>
        </p:nvPicPr>
        <p:blipFill>
          <a:blip r:embed="rId3"/>
          <a:stretch>
            <a:fillRect/>
          </a:stretch>
        </p:blipFill>
        <p:spPr>
          <a:xfrm>
            <a:off x="783367" y="236987"/>
            <a:ext cx="10625266" cy="6384026"/>
          </a:xfrm>
          <a:prstGeom prst="rect">
            <a:avLst/>
          </a:prstGeom>
        </p:spPr>
      </p:pic>
    </p:spTree>
    <p:extLst>
      <p:ext uri="{BB962C8B-B14F-4D97-AF65-F5344CB8AC3E}">
        <p14:creationId xmlns:p14="http://schemas.microsoft.com/office/powerpoint/2010/main" val="828511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C734A-65BD-4966-8066-D8BFDE20B23C}"/>
              </a:ext>
            </a:extLst>
          </p:cNvPr>
          <p:cNvSpPr>
            <a:spLocks noGrp="1"/>
          </p:cNvSpPr>
          <p:nvPr>
            <p:ph type="title"/>
          </p:nvPr>
        </p:nvSpPr>
        <p:spPr/>
        <p:txBody>
          <a:bodyPr/>
          <a:lstStyle/>
          <a:p>
            <a:endParaRPr lang="en-PK"/>
          </a:p>
        </p:txBody>
      </p:sp>
      <p:pic>
        <p:nvPicPr>
          <p:cNvPr id="4" name="Content Placeholder 3">
            <a:extLst>
              <a:ext uri="{FF2B5EF4-FFF2-40B4-BE49-F238E27FC236}">
                <a16:creationId xmlns:a16="http://schemas.microsoft.com/office/drawing/2014/main" id="{A19F9249-4260-4968-83EC-425F596655CC}"/>
              </a:ext>
            </a:extLst>
          </p:cNvPr>
          <p:cNvPicPr>
            <a:picLocks noGrp="1" noChangeAspect="1"/>
          </p:cNvPicPr>
          <p:nvPr>
            <p:ph idx="1"/>
          </p:nvPr>
        </p:nvPicPr>
        <p:blipFill>
          <a:blip r:embed="rId3"/>
          <a:stretch>
            <a:fillRect/>
          </a:stretch>
        </p:blipFill>
        <p:spPr>
          <a:xfrm>
            <a:off x="501356" y="484860"/>
            <a:ext cx="11189287" cy="5888280"/>
          </a:xfrm>
          <a:prstGeom prst="rect">
            <a:avLst/>
          </a:prstGeom>
        </p:spPr>
      </p:pic>
    </p:spTree>
    <p:extLst>
      <p:ext uri="{BB962C8B-B14F-4D97-AF65-F5344CB8AC3E}">
        <p14:creationId xmlns:p14="http://schemas.microsoft.com/office/powerpoint/2010/main" val="1158295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28BF9-B6F2-4F9B-96FF-2E08020AD12E}"/>
              </a:ext>
            </a:extLst>
          </p:cNvPr>
          <p:cNvSpPr>
            <a:spLocks noGrp="1"/>
          </p:cNvSpPr>
          <p:nvPr>
            <p:ph type="title"/>
          </p:nvPr>
        </p:nvSpPr>
        <p:spPr/>
        <p:txBody>
          <a:bodyPr/>
          <a:lstStyle/>
          <a:p>
            <a:endParaRPr lang="en-PK"/>
          </a:p>
        </p:txBody>
      </p:sp>
      <p:pic>
        <p:nvPicPr>
          <p:cNvPr id="4" name="Content Placeholder 3">
            <a:extLst>
              <a:ext uri="{FF2B5EF4-FFF2-40B4-BE49-F238E27FC236}">
                <a16:creationId xmlns:a16="http://schemas.microsoft.com/office/drawing/2014/main" id="{621333F3-3BA8-40B3-A951-38329BA50D5E}"/>
              </a:ext>
            </a:extLst>
          </p:cNvPr>
          <p:cNvPicPr>
            <a:picLocks noGrp="1" noChangeAspect="1"/>
          </p:cNvPicPr>
          <p:nvPr>
            <p:ph idx="1"/>
          </p:nvPr>
        </p:nvPicPr>
        <p:blipFill>
          <a:blip r:embed="rId3"/>
          <a:stretch>
            <a:fillRect/>
          </a:stretch>
        </p:blipFill>
        <p:spPr>
          <a:xfrm>
            <a:off x="518151" y="231656"/>
            <a:ext cx="11155697" cy="6394688"/>
          </a:xfrm>
          <a:prstGeom prst="rect">
            <a:avLst/>
          </a:prstGeom>
        </p:spPr>
      </p:pic>
    </p:spTree>
    <p:extLst>
      <p:ext uri="{BB962C8B-B14F-4D97-AF65-F5344CB8AC3E}">
        <p14:creationId xmlns:p14="http://schemas.microsoft.com/office/powerpoint/2010/main" val="3752802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3C627-C9EA-4746-BAFE-C49F89965DD0}"/>
              </a:ext>
            </a:extLst>
          </p:cNvPr>
          <p:cNvSpPr>
            <a:spLocks noGrp="1"/>
          </p:cNvSpPr>
          <p:nvPr>
            <p:ph type="title"/>
          </p:nvPr>
        </p:nvSpPr>
        <p:spPr/>
        <p:txBody>
          <a:bodyPr/>
          <a:lstStyle/>
          <a:p>
            <a:endParaRPr lang="en-PK"/>
          </a:p>
        </p:txBody>
      </p:sp>
      <p:pic>
        <p:nvPicPr>
          <p:cNvPr id="4" name="Content Placeholder 3">
            <a:extLst>
              <a:ext uri="{FF2B5EF4-FFF2-40B4-BE49-F238E27FC236}">
                <a16:creationId xmlns:a16="http://schemas.microsoft.com/office/drawing/2014/main" id="{EFDAD749-EFA6-46DC-8CCE-D910C38AEDAC}"/>
              </a:ext>
            </a:extLst>
          </p:cNvPr>
          <p:cNvPicPr>
            <a:picLocks noGrp="1" noChangeAspect="1"/>
          </p:cNvPicPr>
          <p:nvPr>
            <p:ph idx="1"/>
          </p:nvPr>
        </p:nvPicPr>
        <p:blipFill>
          <a:blip r:embed="rId3"/>
          <a:stretch>
            <a:fillRect/>
          </a:stretch>
        </p:blipFill>
        <p:spPr>
          <a:xfrm>
            <a:off x="1890084" y="239620"/>
            <a:ext cx="8411832" cy="6378760"/>
          </a:xfrm>
          <a:prstGeom prst="rect">
            <a:avLst/>
          </a:prstGeom>
        </p:spPr>
      </p:pic>
    </p:spTree>
    <p:extLst>
      <p:ext uri="{BB962C8B-B14F-4D97-AF65-F5344CB8AC3E}">
        <p14:creationId xmlns:p14="http://schemas.microsoft.com/office/powerpoint/2010/main" val="1030106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205</Words>
  <Application>Microsoft Office PowerPoint</Application>
  <PresentationFormat>Widescreen</PresentationFormat>
  <Paragraphs>10</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Student</cp:lastModifiedBy>
  <cp:revision>5</cp:revision>
  <dcterms:created xsi:type="dcterms:W3CDTF">2022-03-22T05:44:22Z</dcterms:created>
  <dcterms:modified xsi:type="dcterms:W3CDTF">2022-03-22T06:22:58Z</dcterms:modified>
</cp:coreProperties>
</file>